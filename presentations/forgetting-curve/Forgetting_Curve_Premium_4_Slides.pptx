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حافظه</c:v>
                </c:pt>
              </c:strCache>
            </c:strRef>
          </c:tx>
          <c:spPr>
            <a:solidFill>
              <a:srgbClr val="F2A93B"/>
            </a:solidFill>
            <a:ln w="508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20m</c:v>
                  </c:pt>
                  <c:pt idx="2">
                    <c:v>1h</c:v>
                  </c:pt>
                  <c:pt idx="3">
                    <c:v>9h</c:v>
                  </c:pt>
                  <c:pt idx="4">
                    <c:v>1d</c:v>
                  </c:pt>
                  <c:pt idx="5">
                    <c:v>2d</c:v>
                  </c:pt>
                  <c:pt idx="6">
                    <c:v>6d</c:v>
                  </c:pt>
                  <c:pt idx="7">
                    <c:v>31d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58.2</c:v>
                </c:pt>
                <c:pt idx="2">
                  <c:v>44.2</c:v>
                </c:pt>
                <c:pt idx="3">
                  <c:v>35.8</c:v>
                </c:pt>
                <c:pt idx="4">
                  <c:v>33.7</c:v>
                </c:pt>
                <c:pt idx="5">
                  <c:v>27.8</c:v>
                </c:pt>
                <c:pt idx="6">
                  <c:v>25.4</c:v>
                </c:pt>
                <c:pt idx="7">
                  <c:v>21.1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حافظه</c:v>
                </c:pt>
              </c:strCache>
            </c:strRef>
          </c:tx>
          <c:spPr>
            <a:solidFill>
              <a:srgbClr val="F2A93B"/>
            </a:solidFill>
            <a:ln w="381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C77D1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2A93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شروع</c:v>
                  </c:pt>
                  <c:pt idx="1">
                    <c:v>۲۰ دقیقه</c:v>
                  </c:pt>
                  <c:pt idx="2">
                    <c:v>۱ ساعت</c:v>
                  </c:pt>
                  <c:pt idx="3">
                    <c:v>۹ ساعت</c:v>
                  </c:pt>
                  <c:pt idx="4">
                    <c:v>۱ روز</c:v>
                  </c:pt>
                  <c:pt idx="5">
                    <c:v>۲ روز</c:v>
                  </c:pt>
                  <c:pt idx="6">
                    <c:v>۶ روز</c:v>
                  </c:pt>
                  <c:pt idx="7">
                    <c:v>۳۱ روز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58.2</c:v>
                </c:pt>
                <c:pt idx="2">
                  <c:v>44.2</c:v>
                </c:pt>
                <c:pt idx="3">
                  <c:v>35.8</c:v>
                </c:pt>
                <c:pt idx="4">
                  <c:v>33.7</c:v>
                </c:pt>
                <c:pt idx="5">
                  <c:v>27.8</c:v>
                </c:pt>
                <c:pt idx="6">
                  <c:v>25.4</c:v>
                </c:pt>
                <c:pt idx="7">
                  <c:v>21.1</c:v>
                </c:pt>
              </c:numCache>
            </c:numRef>
          </c:val>
          <c:smooth val="1"/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C77D1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بدون مرور</c:v>
                </c:pt>
              </c:strCache>
            </c:strRef>
          </c:tx>
          <c:spPr>
            <a:solidFill>
              <a:srgbClr val="F2A93B"/>
            </a:solidFill>
            <a:ln w="38100" cap="flat">
              <a:solidFill>
                <a:srgbClr val="F2A93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xVal>
            <c:numRef>
              <c:f>Sheet1!$A$2:$A$156</c:f>
              <c:numCache>
                <c:formatCode>General</c:formatCode>
                <c:ptCount val="155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</c:v>
                </c:pt>
                <c:pt idx="7">
                  <c:v>1.2</c:v>
                </c:pt>
                <c:pt idx="8">
                  <c:v>1.4</c:v>
                </c:pt>
                <c:pt idx="9">
                  <c:v>1.6</c:v>
                </c:pt>
                <c:pt idx="10">
                  <c:v>1.8</c:v>
                </c:pt>
                <c:pt idx="11">
                  <c:v>2</c:v>
                </c:pt>
                <c:pt idx="12">
                  <c:v>2.2</c:v>
                </c:pt>
                <c:pt idx="13">
                  <c:v>2.4</c:v>
                </c:pt>
                <c:pt idx="14">
                  <c:v>2.6</c:v>
                </c:pt>
                <c:pt idx="15">
                  <c:v>2.8</c:v>
                </c:pt>
                <c:pt idx="16">
                  <c:v>3</c:v>
                </c:pt>
                <c:pt idx="17">
                  <c:v>3</c:v>
                </c:pt>
                <c:pt idx="18">
                  <c:v>3.2</c:v>
                </c:pt>
                <c:pt idx="19">
                  <c:v>3.4</c:v>
                </c:pt>
                <c:pt idx="20">
                  <c:v>3.6</c:v>
                </c:pt>
                <c:pt idx="21">
                  <c:v>3.8</c:v>
                </c:pt>
                <c:pt idx="22">
                  <c:v>4</c:v>
                </c:pt>
                <c:pt idx="23">
                  <c:v>4.2</c:v>
                </c:pt>
                <c:pt idx="24">
                  <c:v>4.4</c:v>
                </c:pt>
                <c:pt idx="25">
                  <c:v>4.6</c:v>
                </c:pt>
                <c:pt idx="26">
                  <c:v>4.8</c:v>
                </c:pt>
                <c:pt idx="27">
                  <c:v>5</c:v>
                </c:pt>
                <c:pt idx="28">
                  <c:v>5.2</c:v>
                </c:pt>
                <c:pt idx="29">
                  <c:v>5.4</c:v>
                </c:pt>
                <c:pt idx="30">
                  <c:v>5.6</c:v>
                </c:pt>
                <c:pt idx="31">
                  <c:v>5.8</c:v>
                </c:pt>
                <c:pt idx="32">
                  <c:v>6</c:v>
                </c:pt>
                <c:pt idx="33">
                  <c:v>6.2</c:v>
                </c:pt>
                <c:pt idx="34">
                  <c:v>6.4</c:v>
                </c:pt>
                <c:pt idx="35">
                  <c:v>6.6</c:v>
                </c:pt>
                <c:pt idx="36">
                  <c:v>6.8</c:v>
                </c:pt>
                <c:pt idx="37">
                  <c:v>7</c:v>
                </c:pt>
                <c:pt idx="38">
                  <c:v>7</c:v>
                </c:pt>
                <c:pt idx="39">
                  <c:v>7.2</c:v>
                </c:pt>
                <c:pt idx="40">
                  <c:v>7.4</c:v>
                </c:pt>
                <c:pt idx="41">
                  <c:v>7.6</c:v>
                </c:pt>
                <c:pt idx="42">
                  <c:v>7.8</c:v>
                </c:pt>
                <c:pt idx="43">
                  <c:v>8</c:v>
                </c:pt>
                <c:pt idx="44">
                  <c:v>8.2</c:v>
                </c:pt>
                <c:pt idx="45">
                  <c:v>8.4</c:v>
                </c:pt>
                <c:pt idx="46">
                  <c:v>8.6</c:v>
                </c:pt>
                <c:pt idx="47">
                  <c:v>8.8</c:v>
                </c:pt>
                <c:pt idx="48">
                  <c:v>9</c:v>
                </c:pt>
                <c:pt idx="49">
                  <c:v>9.2</c:v>
                </c:pt>
                <c:pt idx="50">
                  <c:v>9.4</c:v>
                </c:pt>
                <c:pt idx="51">
                  <c:v>9.6</c:v>
                </c:pt>
                <c:pt idx="52">
                  <c:v>9.8</c:v>
                </c:pt>
                <c:pt idx="53">
                  <c:v>10</c:v>
                </c:pt>
                <c:pt idx="54">
                  <c:v>10.2</c:v>
                </c:pt>
                <c:pt idx="55">
                  <c:v>10.4</c:v>
                </c:pt>
                <c:pt idx="56">
                  <c:v>10.6</c:v>
                </c:pt>
                <c:pt idx="57">
                  <c:v>10.8</c:v>
                </c:pt>
                <c:pt idx="58">
                  <c:v>11</c:v>
                </c:pt>
                <c:pt idx="59">
                  <c:v>11.2</c:v>
                </c:pt>
                <c:pt idx="60">
                  <c:v>11.4</c:v>
                </c:pt>
                <c:pt idx="61">
                  <c:v>11.6</c:v>
                </c:pt>
                <c:pt idx="62">
                  <c:v>11.8</c:v>
                </c:pt>
                <c:pt idx="63">
                  <c:v>12</c:v>
                </c:pt>
                <c:pt idx="64">
                  <c:v>12.2</c:v>
                </c:pt>
                <c:pt idx="65">
                  <c:v>12.4</c:v>
                </c:pt>
                <c:pt idx="66">
                  <c:v>12.6</c:v>
                </c:pt>
                <c:pt idx="67">
                  <c:v>12.8</c:v>
                </c:pt>
                <c:pt idx="68">
                  <c:v>13</c:v>
                </c:pt>
                <c:pt idx="69">
                  <c:v>13.2</c:v>
                </c:pt>
                <c:pt idx="70">
                  <c:v>13.4</c:v>
                </c:pt>
                <c:pt idx="71">
                  <c:v>13.6</c:v>
                </c:pt>
                <c:pt idx="72">
                  <c:v>13.8</c:v>
                </c:pt>
                <c:pt idx="73">
                  <c:v>14</c:v>
                </c:pt>
                <c:pt idx="74">
                  <c:v>14.2</c:v>
                </c:pt>
                <c:pt idx="75">
                  <c:v>14.4</c:v>
                </c:pt>
                <c:pt idx="76">
                  <c:v>14.6</c:v>
                </c:pt>
                <c:pt idx="77">
                  <c:v>14.8</c:v>
                </c:pt>
                <c:pt idx="78">
                  <c:v>15</c:v>
                </c:pt>
                <c:pt idx="79">
                  <c:v>15.2</c:v>
                </c:pt>
                <c:pt idx="80">
                  <c:v>15.4</c:v>
                </c:pt>
                <c:pt idx="81">
                  <c:v>15.6</c:v>
                </c:pt>
                <c:pt idx="82">
                  <c:v>15.8</c:v>
                </c:pt>
                <c:pt idx="83">
                  <c:v>16</c:v>
                </c:pt>
                <c:pt idx="84">
                  <c:v>16.2</c:v>
                </c:pt>
                <c:pt idx="85">
                  <c:v>16.4</c:v>
                </c:pt>
                <c:pt idx="86">
                  <c:v>16.6</c:v>
                </c:pt>
                <c:pt idx="87">
                  <c:v>16.8</c:v>
                </c:pt>
                <c:pt idx="88">
                  <c:v>17</c:v>
                </c:pt>
                <c:pt idx="89">
                  <c:v>17.2</c:v>
                </c:pt>
                <c:pt idx="90">
                  <c:v>17.4</c:v>
                </c:pt>
                <c:pt idx="91">
                  <c:v>17.6</c:v>
                </c:pt>
                <c:pt idx="92">
                  <c:v>17.8</c:v>
                </c:pt>
                <c:pt idx="93">
                  <c:v>18</c:v>
                </c:pt>
                <c:pt idx="94">
                  <c:v>18.2</c:v>
                </c:pt>
                <c:pt idx="95">
                  <c:v>18.4</c:v>
                </c:pt>
                <c:pt idx="96">
                  <c:v>18.6</c:v>
                </c:pt>
                <c:pt idx="97">
                  <c:v>18.8</c:v>
                </c:pt>
                <c:pt idx="98">
                  <c:v>19</c:v>
                </c:pt>
                <c:pt idx="99">
                  <c:v>19.2</c:v>
                </c:pt>
                <c:pt idx="100">
                  <c:v>19.4</c:v>
                </c:pt>
                <c:pt idx="101">
                  <c:v>19.6</c:v>
                </c:pt>
                <c:pt idx="102">
                  <c:v>19.8</c:v>
                </c:pt>
                <c:pt idx="103">
                  <c:v>20</c:v>
                </c:pt>
                <c:pt idx="104">
                  <c:v>20.2</c:v>
                </c:pt>
                <c:pt idx="105">
                  <c:v>20.4</c:v>
                </c:pt>
                <c:pt idx="106">
                  <c:v>20.6</c:v>
                </c:pt>
                <c:pt idx="107">
                  <c:v>20.8</c:v>
                </c:pt>
                <c:pt idx="108">
                  <c:v>21</c:v>
                </c:pt>
                <c:pt idx="109">
                  <c:v>21</c:v>
                </c:pt>
                <c:pt idx="110">
                  <c:v>21.2</c:v>
                </c:pt>
                <c:pt idx="111">
                  <c:v>21.4</c:v>
                </c:pt>
                <c:pt idx="112">
                  <c:v>21.6</c:v>
                </c:pt>
                <c:pt idx="113">
                  <c:v>21.8</c:v>
                </c:pt>
                <c:pt idx="114">
                  <c:v>22</c:v>
                </c:pt>
                <c:pt idx="115">
                  <c:v>22.2</c:v>
                </c:pt>
                <c:pt idx="116">
                  <c:v>22.4</c:v>
                </c:pt>
                <c:pt idx="117">
                  <c:v>22.6</c:v>
                </c:pt>
                <c:pt idx="118">
                  <c:v>22.8</c:v>
                </c:pt>
                <c:pt idx="119">
                  <c:v>23</c:v>
                </c:pt>
                <c:pt idx="120">
                  <c:v>23.2</c:v>
                </c:pt>
                <c:pt idx="121">
                  <c:v>23.4</c:v>
                </c:pt>
                <c:pt idx="122">
                  <c:v>23.6</c:v>
                </c:pt>
                <c:pt idx="123">
                  <c:v>23.8</c:v>
                </c:pt>
                <c:pt idx="124">
                  <c:v>24</c:v>
                </c:pt>
                <c:pt idx="125">
                  <c:v>24.2</c:v>
                </c:pt>
                <c:pt idx="126">
                  <c:v>24.4</c:v>
                </c:pt>
                <c:pt idx="127">
                  <c:v>24.6</c:v>
                </c:pt>
                <c:pt idx="128">
                  <c:v>24.8</c:v>
                </c:pt>
                <c:pt idx="129">
                  <c:v>25</c:v>
                </c:pt>
                <c:pt idx="130">
                  <c:v>25.2</c:v>
                </c:pt>
                <c:pt idx="131">
                  <c:v>25.4</c:v>
                </c:pt>
                <c:pt idx="132">
                  <c:v>25.6</c:v>
                </c:pt>
                <c:pt idx="133">
                  <c:v>25.8</c:v>
                </c:pt>
                <c:pt idx="134">
                  <c:v>26</c:v>
                </c:pt>
                <c:pt idx="135">
                  <c:v>26.2</c:v>
                </c:pt>
                <c:pt idx="136">
                  <c:v>26.4</c:v>
                </c:pt>
                <c:pt idx="137">
                  <c:v>26.6</c:v>
                </c:pt>
                <c:pt idx="138">
                  <c:v>26.8</c:v>
                </c:pt>
                <c:pt idx="139">
                  <c:v>27</c:v>
                </c:pt>
                <c:pt idx="140">
                  <c:v>27.2</c:v>
                </c:pt>
                <c:pt idx="141">
                  <c:v>27.4</c:v>
                </c:pt>
                <c:pt idx="142">
                  <c:v>27.6</c:v>
                </c:pt>
                <c:pt idx="143">
                  <c:v>27.8</c:v>
                </c:pt>
                <c:pt idx="144">
                  <c:v>28</c:v>
                </c:pt>
                <c:pt idx="145">
                  <c:v>28.2</c:v>
                </c:pt>
                <c:pt idx="146">
                  <c:v>28.4</c:v>
                </c:pt>
                <c:pt idx="147">
                  <c:v>28.6</c:v>
                </c:pt>
                <c:pt idx="148">
                  <c:v>28.8</c:v>
                </c:pt>
                <c:pt idx="149">
                  <c:v>29</c:v>
                </c:pt>
                <c:pt idx="150">
                  <c:v>29.2</c:v>
                </c:pt>
                <c:pt idx="151">
                  <c:v>29.4</c:v>
                </c:pt>
                <c:pt idx="152">
                  <c:v>29.6</c:v>
                </c:pt>
                <c:pt idx="153">
                  <c:v>29.8</c:v>
                </c:pt>
                <c:pt idx="154">
                  <c:v>30</c:v>
                </c:pt>
              </c:numCache>
            </c:numRef>
          </c:xVal>
          <c:yVal>
            <c:numRef>
              <c:f>Sheet1!$B$2:$B$156</c:f>
              <c:numCache>
                <c:formatCode>General</c:formatCode>
                <c:ptCount val="155"/>
                <c:pt idx="0">
                  <c:v>100</c:v>
                </c:pt>
                <c:pt idx="1">
                  <c:v>77.3</c:v>
                </c:pt>
                <c:pt idx="2">
                  <c:v>61.1</c:v>
                </c:pt>
                <c:pt idx="3">
                  <c:v>49.4</c:v>
                </c:pt>
                <c:pt idx="4">
                  <c:v>41.1</c:v>
                </c:pt>
                <c:pt idx="5">
                  <c:v>35.1</c:v>
                </c:pt>
                <c:pt idx="6">
                  <c:v>35.1</c:v>
                </c:pt>
                <c:pt idx="7">
                  <c:v>30.8</c:v>
                </c:pt>
                <c:pt idx="8">
                  <c:v>27.8</c:v>
                </c:pt>
                <c:pt idx="9">
                  <c:v>25.6</c:v>
                </c:pt>
                <c:pt idx="10">
                  <c:v>24</c:v>
                </c:pt>
                <c:pt idx="11">
                  <c:v>22.9</c:v>
                </c:pt>
                <c:pt idx="12">
                  <c:v>22</c:v>
                </c:pt>
                <c:pt idx="13">
                  <c:v>21.5</c:v>
                </c:pt>
                <c:pt idx="14">
                  <c:v>21</c:v>
                </c:pt>
                <c:pt idx="15">
                  <c:v>20.8</c:v>
                </c:pt>
                <c:pt idx="16">
                  <c:v>20.5</c:v>
                </c:pt>
                <c:pt idx="17">
                  <c:v>20.5</c:v>
                </c:pt>
                <c:pt idx="18">
                  <c:v>20.4</c:v>
                </c:pt>
                <c:pt idx="19">
                  <c:v>20.3</c:v>
                </c:pt>
                <c:pt idx="20">
                  <c:v>20.2</c:v>
                </c:pt>
                <c:pt idx="21">
                  <c:v>20.1</c:v>
                </c:pt>
                <c:pt idx="22">
                  <c:v>20.1</c:v>
                </c:pt>
                <c:pt idx="23">
                  <c:v>20.1</c:v>
                </c:pt>
                <c:pt idx="24">
                  <c:v>20.1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20</c:v>
                </c:pt>
                <c:pt idx="62">
                  <c:v>20</c:v>
                </c:pt>
                <c:pt idx="63">
                  <c:v>20</c:v>
                </c:pt>
                <c:pt idx="64">
                  <c:v>20</c:v>
                </c:pt>
                <c:pt idx="65">
                  <c:v>20</c:v>
                </c:pt>
                <c:pt idx="66">
                  <c:v>20</c:v>
                </c:pt>
                <c:pt idx="67">
                  <c:v>20</c:v>
                </c:pt>
                <c:pt idx="68">
                  <c:v>20</c:v>
                </c:pt>
                <c:pt idx="69">
                  <c:v>20</c:v>
                </c:pt>
                <c:pt idx="70">
                  <c:v>20</c:v>
                </c:pt>
                <c:pt idx="71">
                  <c:v>20</c:v>
                </c:pt>
                <c:pt idx="72">
                  <c:v>20</c:v>
                </c:pt>
                <c:pt idx="73">
                  <c:v>20</c:v>
                </c:pt>
                <c:pt idx="74">
                  <c:v>20</c:v>
                </c:pt>
                <c:pt idx="75">
                  <c:v>20</c:v>
                </c:pt>
                <c:pt idx="76">
                  <c:v>20</c:v>
                </c:pt>
                <c:pt idx="77">
                  <c:v>20</c:v>
                </c:pt>
                <c:pt idx="78">
                  <c:v>20</c:v>
                </c:pt>
                <c:pt idx="79">
                  <c:v>20</c:v>
                </c:pt>
                <c:pt idx="80">
                  <c:v>20</c:v>
                </c:pt>
                <c:pt idx="81">
                  <c:v>20</c:v>
                </c:pt>
                <c:pt idx="82">
                  <c:v>20</c:v>
                </c:pt>
                <c:pt idx="83">
                  <c:v>20</c:v>
                </c:pt>
                <c:pt idx="84">
                  <c:v>20</c:v>
                </c:pt>
                <c:pt idx="85">
                  <c:v>20</c:v>
                </c:pt>
                <c:pt idx="86">
                  <c:v>20</c:v>
                </c:pt>
                <c:pt idx="87">
                  <c:v>20</c:v>
                </c:pt>
                <c:pt idx="88">
                  <c:v>20</c:v>
                </c:pt>
                <c:pt idx="89">
                  <c:v>20</c:v>
                </c:pt>
                <c:pt idx="90">
                  <c:v>20</c:v>
                </c:pt>
                <c:pt idx="91">
                  <c:v>20</c:v>
                </c:pt>
                <c:pt idx="92">
                  <c:v>20</c:v>
                </c:pt>
                <c:pt idx="93">
                  <c:v>20</c:v>
                </c:pt>
                <c:pt idx="94">
                  <c:v>20</c:v>
                </c:pt>
                <c:pt idx="95">
                  <c:v>20</c:v>
                </c:pt>
                <c:pt idx="96">
                  <c:v>20</c:v>
                </c:pt>
                <c:pt idx="97">
                  <c:v>20</c:v>
                </c:pt>
                <c:pt idx="98">
                  <c:v>20</c:v>
                </c:pt>
                <c:pt idx="99">
                  <c:v>20</c:v>
                </c:pt>
                <c:pt idx="100">
                  <c:v>20</c:v>
                </c:pt>
                <c:pt idx="101">
                  <c:v>20</c:v>
                </c:pt>
                <c:pt idx="102">
                  <c:v>20</c:v>
                </c:pt>
                <c:pt idx="103">
                  <c:v>20</c:v>
                </c:pt>
                <c:pt idx="104">
                  <c:v>20</c:v>
                </c:pt>
                <c:pt idx="105">
                  <c:v>20</c:v>
                </c:pt>
                <c:pt idx="106">
                  <c:v>20</c:v>
                </c:pt>
                <c:pt idx="107">
                  <c:v>20</c:v>
                </c:pt>
                <c:pt idx="108">
                  <c:v>20</c:v>
                </c:pt>
                <c:pt idx="109">
                  <c:v>20</c:v>
                </c:pt>
                <c:pt idx="110">
                  <c:v>20</c:v>
                </c:pt>
                <c:pt idx="111">
                  <c:v>20</c:v>
                </c:pt>
                <c:pt idx="112">
                  <c:v>20</c:v>
                </c:pt>
                <c:pt idx="113">
                  <c:v>20</c:v>
                </c:pt>
                <c:pt idx="114">
                  <c:v>20</c:v>
                </c:pt>
                <c:pt idx="115">
                  <c:v>20</c:v>
                </c:pt>
                <c:pt idx="116">
                  <c:v>20</c:v>
                </c:pt>
                <c:pt idx="117">
                  <c:v>20</c:v>
                </c:pt>
                <c:pt idx="118">
                  <c:v>20</c:v>
                </c:pt>
                <c:pt idx="119">
                  <c:v>20</c:v>
                </c:pt>
                <c:pt idx="120">
                  <c:v>20</c:v>
                </c:pt>
                <c:pt idx="121">
                  <c:v>20</c:v>
                </c:pt>
                <c:pt idx="122">
                  <c:v>20</c:v>
                </c:pt>
                <c:pt idx="123">
                  <c:v>20</c:v>
                </c:pt>
                <c:pt idx="124">
                  <c:v>20</c:v>
                </c:pt>
                <c:pt idx="125">
                  <c:v>20</c:v>
                </c:pt>
                <c:pt idx="126">
                  <c:v>20</c:v>
                </c:pt>
                <c:pt idx="127">
                  <c:v>20</c:v>
                </c:pt>
                <c:pt idx="128">
                  <c:v>20</c:v>
                </c:pt>
                <c:pt idx="129">
                  <c:v>20</c:v>
                </c:pt>
                <c:pt idx="130">
                  <c:v>20</c:v>
                </c:pt>
                <c:pt idx="131">
                  <c:v>20</c:v>
                </c:pt>
                <c:pt idx="132">
                  <c:v>20</c:v>
                </c:pt>
                <c:pt idx="133">
                  <c:v>20</c:v>
                </c:pt>
                <c:pt idx="134">
                  <c:v>20</c:v>
                </c:pt>
                <c:pt idx="135">
                  <c:v>20</c:v>
                </c:pt>
                <c:pt idx="136">
                  <c:v>20</c:v>
                </c:pt>
                <c:pt idx="137">
                  <c:v>20</c:v>
                </c:pt>
                <c:pt idx="138">
                  <c:v>20</c:v>
                </c:pt>
                <c:pt idx="139">
                  <c:v>20</c:v>
                </c:pt>
                <c:pt idx="140">
                  <c:v>20</c:v>
                </c:pt>
                <c:pt idx="141">
                  <c:v>20</c:v>
                </c:pt>
                <c:pt idx="142">
                  <c:v>20</c:v>
                </c:pt>
                <c:pt idx="143">
                  <c:v>20</c:v>
                </c:pt>
                <c:pt idx="144">
                  <c:v>20</c:v>
                </c:pt>
                <c:pt idx="145">
                  <c:v>20</c:v>
                </c:pt>
                <c:pt idx="146">
                  <c:v>20</c:v>
                </c:pt>
                <c:pt idx="147">
                  <c:v>20</c:v>
                </c:pt>
                <c:pt idx="148">
                  <c:v>20</c:v>
                </c:pt>
                <c:pt idx="149">
                  <c:v>20</c:v>
                </c:pt>
                <c:pt idx="150">
                  <c:v>20</c:v>
                </c:pt>
                <c:pt idx="151">
                  <c:v>20</c:v>
                </c:pt>
                <c:pt idx="152">
                  <c:v>20</c:v>
                </c:pt>
                <c:pt idx="153">
                  <c:v>20</c:v>
                </c:pt>
                <c:pt idx="154">
                  <c:v>20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با مرور</c:v>
                </c:pt>
              </c:strCache>
            </c:strRef>
          </c:tx>
          <c:spPr>
            <a:solidFill>
              <a:srgbClr val="16B5A6"/>
            </a:solidFill>
            <a:ln w="38100" cap="flat">
              <a:solidFill>
                <a:srgbClr val="16B5A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6B5A6"/>
              </a:solidFill>
              <a:ln w="9525" cap="flat">
                <a:solidFill>
                  <a:srgbClr val="16B5A6"/>
                </a:solidFill>
                <a:prstDash val="solid"/>
                <a:round/>
              </a:ln>
              <a:effectLst/>
            </c:spPr>
          </c:marker>
          <c:xVal>
            <c:numRef>
              <c:f>Sheet1!$A$2:$A$156</c:f>
              <c:numCache>
                <c:formatCode>General</c:formatCode>
                <c:ptCount val="155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</c:v>
                </c:pt>
                <c:pt idx="7">
                  <c:v>1.2</c:v>
                </c:pt>
                <c:pt idx="8">
                  <c:v>1.4</c:v>
                </c:pt>
                <c:pt idx="9">
                  <c:v>1.6</c:v>
                </c:pt>
                <c:pt idx="10">
                  <c:v>1.8</c:v>
                </c:pt>
                <c:pt idx="11">
                  <c:v>2</c:v>
                </c:pt>
                <c:pt idx="12">
                  <c:v>2.2</c:v>
                </c:pt>
                <c:pt idx="13">
                  <c:v>2.4</c:v>
                </c:pt>
                <c:pt idx="14">
                  <c:v>2.6</c:v>
                </c:pt>
                <c:pt idx="15">
                  <c:v>2.8</c:v>
                </c:pt>
                <c:pt idx="16">
                  <c:v>3</c:v>
                </c:pt>
                <c:pt idx="17">
                  <c:v>3</c:v>
                </c:pt>
                <c:pt idx="18">
                  <c:v>3.2</c:v>
                </c:pt>
                <c:pt idx="19">
                  <c:v>3.4</c:v>
                </c:pt>
                <c:pt idx="20">
                  <c:v>3.6</c:v>
                </c:pt>
                <c:pt idx="21">
                  <c:v>3.8</c:v>
                </c:pt>
                <c:pt idx="22">
                  <c:v>4</c:v>
                </c:pt>
                <c:pt idx="23">
                  <c:v>4.2</c:v>
                </c:pt>
                <c:pt idx="24">
                  <c:v>4.4</c:v>
                </c:pt>
                <c:pt idx="25">
                  <c:v>4.6</c:v>
                </c:pt>
                <c:pt idx="26">
                  <c:v>4.8</c:v>
                </c:pt>
                <c:pt idx="27">
                  <c:v>5</c:v>
                </c:pt>
                <c:pt idx="28">
                  <c:v>5.2</c:v>
                </c:pt>
                <c:pt idx="29">
                  <c:v>5.4</c:v>
                </c:pt>
                <c:pt idx="30">
                  <c:v>5.6</c:v>
                </c:pt>
                <c:pt idx="31">
                  <c:v>5.8</c:v>
                </c:pt>
                <c:pt idx="32">
                  <c:v>6</c:v>
                </c:pt>
                <c:pt idx="33">
                  <c:v>6.2</c:v>
                </c:pt>
                <c:pt idx="34">
                  <c:v>6.4</c:v>
                </c:pt>
                <c:pt idx="35">
                  <c:v>6.6</c:v>
                </c:pt>
                <c:pt idx="36">
                  <c:v>6.8</c:v>
                </c:pt>
                <c:pt idx="37">
                  <c:v>7</c:v>
                </c:pt>
                <c:pt idx="38">
                  <c:v>7</c:v>
                </c:pt>
                <c:pt idx="39">
                  <c:v>7.2</c:v>
                </c:pt>
                <c:pt idx="40">
                  <c:v>7.4</c:v>
                </c:pt>
                <c:pt idx="41">
                  <c:v>7.6</c:v>
                </c:pt>
                <c:pt idx="42">
                  <c:v>7.8</c:v>
                </c:pt>
                <c:pt idx="43">
                  <c:v>8</c:v>
                </c:pt>
                <c:pt idx="44">
                  <c:v>8.2</c:v>
                </c:pt>
                <c:pt idx="45">
                  <c:v>8.4</c:v>
                </c:pt>
                <c:pt idx="46">
                  <c:v>8.6</c:v>
                </c:pt>
                <c:pt idx="47">
                  <c:v>8.8</c:v>
                </c:pt>
                <c:pt idx="48">
                  <c:v>9</c:v>
                </c:pt>
                <c:pt idx="49">
                  <c:v>9.2</c:v>
                </c:pt>
                <c:pt idx="50">
                  <c:v>9.4</c:v>
                </c:pt>
                <c:pt idx="51">
                  <c:v>9.6</c:v>
                </c:pt>
                <c:pt idx="52">
                  <c:v>9.8</c:v>
                </c:pt>
                <c:pt idx="53">
                  <c:v>10</c:v>
                </c:pt>
                <c:pt idx="54">
                  <c:v>10.2</c:v>
                </c:pt>
                <c:pt idx="55">
                  <c:v>10.4</c:v>
                </c:pt>
                <c:pt idx="56">
                  <c:v>10.6</c:v>
                </c:pt>
                <c:pt idx="57">
                  <c:v>10.8</c:v>
                </c:pt>
                <c:pt idx="58">
                  <c:v>11</c:v>
                </c:pt>
                <c:pt idx="59">
                  <c:v>11.2</c:v>
                </c:pt>
                <c:pt idx="60">
                  <c:v>11.4</c:v>
                </c:pt>
                <c:pt idx="61">
                  <c:v>11.6</c:v>
                </c:pt>
                <c:pt idx="62">
                  <c:v>11.8</c:v>
                </c:pt>
                <c:pt idx="63">
                  <c:v>12</c:v>
                </c:pt>
                <c:pt idx="64">
                  <c:v>12.2</c:v>
                </c:pt>
                <c:pt idx="65">
                  <c:v>12.4</c:v>
                </c:pt>
                <c:pt idx="66">
                  <c:v>12.6</c:v>
                </c:pt>
                <c:pt idx="67">
                  <c:v>12.8</c:v>
                </c:pt>
                <c:pt idx="68">
                  <c:v>13</c:v>
                </c:pt>
                <c:pt idx="69">
                  <c:v>13.2</c:v>
                </c:pt>
                <c:pt idx="70">
                  <c:v>13.4</c:v>
                </c:pt>
                <c:pt idx="71">
                  <c:v>13.6</c:v>
                </c:pt>
                <c:pt idx="72">
                  <c:v>13.8</c:v>
                </c:pt>
                <c:pt idx="73">
                  <c:v>14</c:v>
                </c:pt>
                <c:pt idx="74">
                  <c:v>14.2</c:v>
                </c:pt>
                <c:pt idx="75">
                  <c:v>14.4</c:v>
                </c:pt>
                <c:pt idx="76">
                  <c:v>14.6</c:v>
                </c:pt>
                <c:pt idx="77">
                  <c:v>14.8</c:v>
                </c:pt>
                <c:pt idx="78">
                  <c:v>15</c:v>
                </c:pt>
                <c:pt idx="79">
                  <c:v>15.2</c:v>
                </c:pt>
                <c:pt idx="80">
                  <c:v>15.4</c:v>
                </c:pt>
                <c:pt idx="81">
                  <c:v>15.6</c:v>
                </c:pt>
                <c:pt idx="82">
                  <c:v>15.8</c:v>
                </c:pt>
                <c:pt idx="83">
                  <c:v>16</c:v>
                </c:pt>
                <c:pt idx="84">
                  <c:v>16.2</c:v>
                </c:pt>
                <c:pt idx="85">
                  <c:v>16.4</c:v>
                </c:pt>
                <c:pt idx="86">
                  <c:v>16.6</c:v>
                </c:pt>
                <c:pt idx="87">
                  <c:v>16.8</c:v>
                </c:pt>
                <c:pt idx="88">
                  <c:v>17</c:v>
                </c:pt>
                <c:pt idx="89">
                  <c:v>17.2</c:v>
                </c:pt>
                <c:pt idx="90">
                  <c:v>17.4</c:v>
                </c:pt>
                <c:pt idx="91">
                  <c:v>17.6</c:v>
                </c:pt>
                <c:pt idx="92">
                  <c:v>17.8</c:v>
                </c:pt>
                <c:pt idx="93">
                  <c:v>18</c:v>
                </c:pt>
                <c:pt idx="94">
                  <c:v>18.2</c:v>
                </c:pt>
                <c:pt idx="95">
                  <c:v>18.4</c:v>
                </c:pt>
                <c:pt idx="96">
                  <c:v>18.6</c:v>
                </c:pt>
                <c:pt idx="97">
                  <c:v>18.8</c:v>
                </c:pt>
                <c:pt idx="98">
                  <c:v>19</c:v>
                </c:pt>
                <c:pt idx="99">
                  <c:v>19.2</c:v>
                </c:pt>
                <c:pt idx="100">
                  <c:v>19.4</c:v>
                </c:pt>
                <c:pt idx="101">
                  <c:v>19.6</c:v>
                </c:pt>
                <c:pt idx="102">
                  <c:v>19.8</c:v>
                </c:pt>
                <c:pt idx="103">
                  <c:v>20</c:v>
                </c:pt>
                <c:pt idx="104">
                  <c:v>20.2</c:v>
                </c:pt>
                <c:pt idx="105">
                  <c:v>20.4</c:v>
                </c:pt>
                <c:pt idx="106">
                  <c:v>20.6</c:v>
                </c:pt>
                <c:pt idx="107">
                  <c:v>20.8</c:v>
                </c:pt>
                <c:pt idx="108">
                  <c:v>21</c:v>
                </c:pt>
                <c:pt idx="109">
                  <c:v>21</c:v>
                </c:pt>
                <c:pt idx="110">
                  <c:v>21.2</c:v>
                </c:pt>
                <c:pt idx="111">
                  <c:v>21.4</c:v>
                </c:pt>
                <c:pt idx="112">
                  <c:v>21.6</c:v>
                </c:pt>
                <c:pt idx="113">
                  <c:v>21.8</c:v>
                </c:pt>
                <c:pt idx="114">
                  <c:v>22</c:v>
                </c:pt>
                <c:pt idx="115">
                  <c:v>22.2</c:v>
                </c:pt>
                <c:pt idx="116">
                  <c:v>22.4</c:v>
                </c:pt>
                <c:pt idx="117">
                  <c:v>22.6</c:v>
                </c:pt>
                <c:pt idx="118">
                  <c:v>22.8</c:v>
                </c:pt>
                <c:pt idx="119">
                  <c:v>23</c:v>
                </c:pt>
                <c:pt idx="120">
                  <c:v>23.2</c:v>
                </c:pt>
                <c:pt idx="121">
                  <c:v>23.4</c:v>
                </c:pt>
                <c:pt idx="122">
                  <c:v>23.6</c:v>
                </c:pt>
                <c:pt idx="123">
                  <c:v>23.8</c:v>
                </c:pt>
                <c:pt idx="124">
                  <c:v>24</c:v>
                </c:pt>
                <c:pt idx="125">
                  <c:v>24.2</c:v>
                </c:pt>
                <c:pt idx="126">
                  <c:v>24.4</c:v>
                </c:pt>
                <c:pt idx="127">
                  <c:v>24.6</c:v>
                </c:pt>
                <c:pt idx="128">
                  <c:v>24.8</c:v>
                </c:pt>
                <c:pt idx="129">
                  <c:v>25</c:v>
                </c:pt>
                <c:pt idx="130">
                  <c:v>25.2</c:v>
                </c:pt>
                <c:pt idx="131">
                  <c:v>25.4</c:v>
                </c:pt>
                <c:pt idx="132">
                  <c:v>25.6</c:v>
                </c:pt>
                <c:pt idx="133">
                  <c:v>25.8</c:v>
                </c:pt>
                <c:pt idx="134">
                  <c:v>26</c:v>
                </c:pt>
                <c:pt idx="135">
                  <c:v>26.2</c:v>
                </c:pt>
                <c:pt idx="136">
                  <c:v>26.4</c:v>
                </c:pt>
                <c:pt idx="137">
                  <c:v>26.6</c:v>
                </c:pt>
                <c:pt idx="138">
                  <c:v>26.8</c:v>
                </c:pt>
                <c:pt idx="139">
                  <c:v>27</c:v>
                </c:pt>
                <c:pt idx="140">
                  <c:v>27.2</c:v>
                </c:pt>
                <c:pt idx="141">
                  <c:v>27.4</c:v>
                </c:pt>
                <c:pt idx="142">
                  <c:v>27.6</c:v>
                </c:pt>
                <c:pt idx="143">
                  <c:v>27.8</c:v>
                </c:pt>
                <c:pt idx="144">
                  <c:v>28</c:v>
                </c:pt>
                <c:pt idx="145">
                  <c:v>28.2</c:v>
                </c:pt>
                <c:pt idx="146">
                  <c:v>28.4</c:v>
                </c:pt>
                <c:pt idx="147">
                  <c:v>28.6</c:v>
                </c:pt>
                <c:pt idx="148">
                  <c:v>28.8</c:v>
                </c:pt>
                <c:pt idx="149">
                  <c:v>29</c:v>
                </c:pt>
                <c:pt idx="150">
                  <c:v>29.2</c:v>
                </c:pt>
                <c:pt idx="151">
                  <c:v>29.4</c:v>
                </c:pt>
                <c:pt idx="152">
                  <c:v>29.6</c:v>
                </c:pt>
                <c:pt idx="153">
                  <c:v>29.8</c:v>
                </c:pt>
                <c:pt idx="154">
                  <c:v>30</c:v>
                </c:pt>
              </c:numCache>
            </c:numRef>
          </c:xVal>
          <c:yVal>
            <c:numRef>
              <c:f>Sheet1!$C$2:$C$156</c:f>
              <c:numCache>
                <c:formatCode>General</c:formatCode>
                <c:ptCount val="155"/>
                <c:pt idx="0">
                  <c:v>100</c:v>
                </c:pt>
                <c:pt idx="1">
                  <c:v>77.3</c:v>
                </c:pt>
                <c:pt idx="2">
                  <c:v>61.1</c:v>
                </c:pt>
                <c:pt idx="3">
                  <c:v>49.4</c:v>
                </c:pt>
                <c:pt idx="4">
                  <c:v>41.1</c:v>
                </c:pt>
                <c:pt idx="5">
                  <c:v>35.1</c:v>
                </c:pt>
                <c:pt idx="6">
                  <c:v>100</c:v>
                </c:pt>
                <c:pt idx="7">
                  <c:v>92.2</c:v>
                </c:pt>
                <c:pt idx="8">
                  <c:v>85.4</c:v>
                </c:pt>
                <c:pt idx="9">
                  <c:v>79.7</c:v>
                </c:pt>
                <c:pt idx="10">
                  <c:v>74.7</c:v>
                </c:pt>
                <c:pt idx="11">
                  <c:v>70.5</c:v>
                </c:pt>
                <c:pt idx="12">
                  <c:v>66.9</c:v>
                </c:pt>
                <c:pt idx="13">
                  <c:v>63.7</c:v>
                </c:pt>
                <c:pt idx="14">
                  <c:v>61.1</c:v>
                </c:pt>
                <c:pt idx="15">
                  <c:v>58.8</c:v>
                </c:pt>
                <c:pt idx="16">
                  <c:v>56.8</c:v>
                </c:pt>
                <c:pt idx="17">
                  <c:v>100</c:v>
                </c:pt>
                <c:pt idx="18">
                  <c:v>97</c:v>
                </c:pt>
                <c:pt idx="19">
                  <c:v>94.3</c:v>
                </c:pt>
                <c:pt idx="20">
                  <c:v>91.8</c:v>
                </c:pt>
                <c:pt idx="21">
                  <c:v>89.4</c:v>
                </c:pt>
                <c:pt idx="22">
                  <c:v>87.2</c:v>
                </c:pt>
                <c:pt idx="23">
                  <c:v>85.2</c:v>
                </c:pt>
                <c:pt idx="24">
                  <c:v>83.3</c:v>
                </c:pt>
                <c:pt idx="25">
                  <c:v>81.6</c:v>
                </c:pt>
                <c:pt idx="26">
                  <c:v>80</c:v>
                </c:pt>
                <c:pt idx="27">
                  <c:v>78.5</c:v>
                </c:pt>
                <c:pt idx="28">
                  <c:v>77.2</c:v>
                </c:pt>
                <c:pt idx="29">
                  <c:v>75.9</c:v>
                </c:pt>
                <c:pt idx="30">
                  <c:v>74.7</c:v>
                </c:pt>
                <c:pt idx="31">
                  <c:v>73.6</c:v>
                </c:pt>
                <c:pt idx="32">
                  <c:v>72.6</c:v>
                </c:pt>
                <c:pt idx="33">
                  <c:v>71.7</c:v>
                </c:pt>
                <c:pt idx="34">
                  <c:v>70.8</c:v>
                </c:pt>
                <c:pt idx="35">
                  <c:v>70</c:v>
                </c:pt>
                <c:pt idx="36">
                  <c:v>69.3</c:v>
                </c:pt>
                <c:pt idx="37">
                  <c:v>68.6</c:v>
                </c:pt>
                <c:pt idx="38">
                  <c:v>100</c:v>
                </c:pt>
                <c:pt idx="39">
                  <c:v>98.8</c:v>
                </c:pt>
                <c:pt idx="40">
                  <c:v>97.7</c:v>
                </c:pt>
                <c:pt idx="41">
                  <c:v>96.6</c:v>
                </c:pt>
                <c:pt idx="42">
                  <c:v>95.6</c:v>
                </c:pt>
                <c:pt idx="43">
                  <c:v>94.6</c:v>
                </c:pt>
                <c:pt idx="44">
                  <c:v>93.6</c:v>
                </c:pt>
                <c:pt idx="45">
                  <c:v>92.7</c:v>
                </c:pt>
                <c:pt idx="46">
                  <c:v>91.8</c:v>
                </c:pt>
                <c:pt idx="47">
                  <c:v>90.9</c:v>
                </c:pt>
                <c:pt idx="48">
                  <c:v>90.1</c:v>
                </c:pt>
                <c:pt idx="49">
                  <c:v>89.3</c:v>
                </c:pt>
                <c:pt idx="50">
                  <c:v>88.6</c:v>
                </c:pt>
                <c:pt idx="51">
                  <c:v>87.8</c:v>
                </c:pt>
                <c:pt idx="52">
                  <c:v>87.1</c:v>
                </c:pt>
                <c:pt idx="53">
                  <c:v>86.5</c:v>
                </c:pt>
                <c:pt idx="54">
                  <c:v>85.8</c:v>
                </c:pt>
                <c:pt idx="55">
                  <c:v>85.2</c:v>
                </c:pt>
                <c:pt idx="56">
                  <c:v>84.6</c:v>
                </c:pt>
                <c:pt idx="57">
                  <c:v>84</c:v>
                </c:pt>
                <c:pt idx="58">
                  <c:v>83.5</c:v>
                </c:pt>
                <c:pt idx="59">
                  <c:v>83</c:v>
                </c:pt>
                <c:pt idx="60">
                  <c:v>82.4</c:v>
                </c:pt>
                <c:pt idx="61">
                  <c:v>82</c:v>
                </c:pt>
                <c:pt idx="62">
                  <c:v>81.5</c:v>
                </c:pt>
                <c:pt idx="63">
                  <c:v>81</c:v>
                </c:pt>
                <c:pt idx="64">
                  <c:v>80.6</c:v>
                </c:pt>
                <c:pt idx="65">
                  <c:v>80.2</c:v>
                </c:pt>
                <c:pt idx="66">
                  <c:v>79.8</c:v>
                </c:pt>
                <c:pt idx="67">
                  <c:v>79.4</c:v>
                </c:pt>
                <c:pt idx="68">
                  <c:v>79</c:v>
                </c:pt>
                <c:pt idx="69">
                  <c:v>78.7</c:v>
                </c:pt>
                <c:pt idx="70">
                  <c:v>78.3</c:v>
                </c:pt>
                <c:pt idx="71">
                  <c:v>78</c:v>
                </c:pt>
                <c:pt idx="72">
                  <c:v>77.7</c:v>
                </c:pt>
                <c:pt idx="73">
                  <c:v>77.4</c:v>
                </c:pt>
                <c:pt idx="74">
                  <c:v>77.1</c:v>
                </c:pt>
                <c:pt idx="75">
                  <c:v>76.8</c:v>
                </c:pt>
                <c:pt idx="76">
                  <c:v>76.6</c:v>
                </c:pt>
                <c:pt idx="77">
                  <c:v>76.3</c:v>
                </c:pt>
                <c:pt idx="78">
                  <c:v>76.1</c:v>
                </c:pt>
                <c:pt idx="79">
                  <c:v>75.8</c:v>
                </c:pt>
                <c:pt idx="80">
                  <c:v>75.6</c:v>
                </c:pt>
                <c:pt idx="81">
                  <c:v>75.4</c:v>
                </c:pt>
                <c:pt idx="82">
                  <c:v>75.2</c:v>
                </c:pt>
                <c:pt idx="83">
                  <c:v>75</c:v>
                </c:pt>
                <c:pt idx="84">
                  <c:v>74.8</c:v>
                </c:pt>
                <c:pt idx="85">
                  <c:v>74.6</c:v>
                </c:pt>
                <c:pt idx="86">
                  <c:v>74.4</c:v>
                </c:pt>
                <c:pt idx="87">
                  <c:v>74.2</c:v>
                </c:pt>
                <c:pt idx="88">
                  <c:v>74.1</c:v>
                </c:pt>
                <c:pt idx="89">
                  <c:v>73.9</c:v>
                </c:pt>
                <c:pt idx="90">
                  <c:v>73.7</c:v>
                </c:pt>
                <c:pt idx="91">
                  <c:v>73.6</c:v>
                </c:pt>
                <c:pt idx="92">
                  <c:v>73.5</c:v>
                </c:pt>
                <c:pt idx="93">
                  <c:v>73.3</c:v>
                </c:pt>
                <c:pt idx="94">
                  <c:v>73.2</c:v>
                </c:pt>
                <c:pt idx="95">
                  <c:v>73.1</c:v>
                </c:pt>
                <c:pt idx="96">
                  <c:v>72.9</c:v>
                </c:pt>
                <c:pt idx="97">
                  <c:v>72.8</c:v>
                </c:pt>
                <c:pt idx="98">
                  <c:v>72.7</c:v>
                </c:pt>
                <c:pt idx="99">
                  <c:v>72.6</c:v>
                </c:pt>
                <c:pt idx="100">
                  <c:v>72.5</c:v>
                </c:pt>
                <c:pt idx="101">
                  <c:v>72.4</c:v>
                </c:pt>
                <c:pt idx="102">
                  <c:v>72.3</c:v>
                </c:pt>
                <c:pt idx="103">
                  <c:v>72.2</c:v>
                </c:pt>
                <c:pt idx="104">
                  <c:v>72.1</c:v>
                </c:pt>
                <c:pt idx="105">
                  <c:v>72.1</c:v>
                </c:pt>
                <c:pt idx="106">
                  <c:v>72</c:v>
                </c:pt>
                <c:pt idx="107">
                  <c:v>71.9</c:v>
                </c:pt>
                <c:pt idx="108">
                  <c:v>71.8</c:v>
                </c:pt>
                <c:pt idx="109">
                  <c:v>100</c:v>
                </c:pt>
                <c:pt idx="110">
                  <c:v>99.6</c:v>
                </c:pt>
                <c:pt idx="111">
                  <c:v>99.3</c:v>
                </c:pt>
                <c:pt idx="112">
                  <c:v>98.9</c:v>
                </c:pt>
                <c:pt idx="113">
                  <c:v>98.6</c:v>
                </c:pt>
                <c:pt idx="114">
                  <c:v>98.3</c:v>
                </c:pt>
                <c:pt idx="115">
                  <c:v>97.9</c:v>
                </c:pt>
                <c:pt idx="116">
                  <c:v>97.6</c:v>
                </c:pt>
                <c:pt idx="117">
                  <c:v>97.3</c:v>
                </c:pt>
                <c:pt idx="118">
                  <c:v>97</c:v>
                </c:pt>
                <c:pt idx="119">
                  <c:v>96.7</c:v>
                </c:pt>
                <c:pt idx="120">
                  <c:v>96.4</c:v>
                </c:pt>
                <c:pt idx="121">
                  <c:v>96.1</c:v>
                </c:pt>
                <c:pt idx="122">
                  <c:v>95.8</c:v>
                </c:pt>
                <c:pt idx="123">
                  <c:v>95.5</c:v>
                </c:pt>
                <c:pt idx="124">
                  <c:v>95.2</c:v>
                </c:pt>
                <c:pt idx="125">
                  <c:v>95</c:v>
                </c:pt>
                <c:pt idx="126">
                  <c:v>94.7</c:v>
                </c:pt>
                <c:pt idx="127">
                  <c:v>94.4</c:v>
                </c:pt>
                <c:pt idx="128">
                  <c:v>94.2</c:v>
                </c:pt>
                <c:pt idx="129">
                  <c:v>93.9</c:v>
                </c:pt>
                <c:pt idx="130">
                  <c:v>93.7</c:v>
                </c:pt>
                <c:pt idx="131">
                  <c:v>93.4</c:v>
                </c:pt>
                <c:pt idx="132">
                  <c:v>93.2</c:v>
                </c:pt>
                <c:pt idx="133">
                  <c:v>92.9</c:v>
                </c:pt>
                <c:pt idx="134">
                  <c:v>92.7</c:v>
                </c:pt>
                <c:pt idx="135">
                  <c:v>92.5</c:v>
                </c:pt>
                <c:pt idx="136">
                  <c:v>92.2</c:v>
                </c:pt>
                <c:pt idx="137">
                  <c:v>92</c:v>
                </c:pt>
                <c:pt idx="138">
                  <c:v>91.8</c:v>
                </c:pt>
                <c:pt idx="139">
                  <c:v>91.6</c:v>
                </c:pt>
                <c:pt idx="140">
                  <c:v>91.4</c:v>
                </c:pt>
                <c:pt idx="141">
                  <c:v>91.2</c:v>
                </c:pt>
                <c:pt idx="142">
                  <c:v>91</c:v>
                </c:pt>
                <c:pt idx="143">
                  <c:v>90.8</c:v>
                </c:pt>
                <c:pt idx="144">
                  <c:v>90.6</c:v>
                </c:pt>
                <c:pt idx="145">
                  <c:v>90.4</c:v>
                </c:pt>
                <c:pt idx="146">
                  <c:v>90.2</c:v>
                </c:pt>
                <c:pt idx="147">
                  <c:v>90</c:v>
                </c:pt>
                <c:pt idx="148">
                  <c:v>89.8</c:v>
                </c:pt>
                <c:pt idx="149">
                  <c:v>89.7</c:v>
                </c:pt>
                <c:pt idx="150">
                  <c:v>89.5</c:v>
                </c:pt>
                <c:pt idx="151">
                  <c:v>89.3</c:v>
                </c:pt>
                <c:pt idx="152">
                  <c:v>89.2</c:v>
                </c:pt>
                <c:pt idx="153">
                  <c:v>89</c:v>
                </c:pt>
                <c:pt idx="154">
                  <c:v>88.8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0E5EC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قلاب: عدد ۶۶٪ را بگو و مکث کن. بعد اشاره کن که این منحنی در ۱۸۸۵ کشف شد و هنوز هم معتبر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سه ویژگی منحنی را به ترتیب کارت‌ها توضیح بده. تأکید: فراموشی تصادفی نیست، الگو دارد.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بدون مرور حدود 20 لغت می‌ماند؛ با چهار مرور کوتاه حدود 89 لغت. نکته: هر مرور شیب فراموشی بعدی را کم می‌کند.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جمع‌بندی: چهار مرور کوتاه در روزهای ۱، ۳، ۷ و ۲۱. جمله‌ی پایانی را آرام و با مکث بگو.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" descr="هاله‌ی نورانی تزئینی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-1280160" y="1097280"/>
            <a:ext cx="6766560" cy="6766560"/>
          </a:xfrm>
          <a:prstGeom prst="rect">
            <a:avLst/>
          </a:prstGeom>
        </p:spPr>
      </p:pic>
      <p:graphicFrame>
        <p:nvGraphicFramePr>
          <p:cNvPr id="3" name="hook_curve" descr=""/>
          <p:cNvGraphicFramePr/>
          <p:nvPr/>
        </p:nvGraphicFramePr>
        <p:xfrm>
          <a:off x="502920" y="114300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hook_axis_start"/>
          <p:cNvSpPr txBox="1"/>
          <p:nvPr/>
        </p:nvSpPr>
        <p:spPr>
          <a:xfrm>
            <a:off x="548640" y="5669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fa-IR" altLang="en-US" sz="12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امروز</a:t>
            </a:r>
            <a:endParaRPr lang="fa-IR" sz="1200" dirty="0"/>
          </a:p>
        </p:txBody>
      </p:sp>
      <p:sp>
        <p:nvSpPr>
          <p:cNvPr id="5" name="hook_axis_end"/>
          <p:cNvSpPr txBox="1"/>
          <p:nvPr/>
        </p:nvSpPr>
        <p:spPr>
          <a:xfrm>
            <a:off x="4206240" y="5669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یک ماه بعد</a:t>
            </a:r>
            <a:endParaRPr lang="fa-IR" sz="1200" dirty="0"/>
          </a:p>
        </p:txBody>
      </p:sp>
      <p:sp>
        <p:nvSpPr>
          <p:cNvPr id="6" name="hook_kicker"/>
          <p:cNvSpPr txBox="1"/>
          <p:nvPr/>
        </p:nvSpPr>
        <p:spPr>
          <a:xfrm>
            <a:off x="6309360" y="8686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6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علوم یادگیری  |  درس اول</a:t>
            </a:r>
            <a:endParaRPr lang="fa-IR" sz="1400" dirty="0"/>
          </a:p>
        </p:txBody>
      </p:sp>
      <p:sp>
        <p:nvSpPr>
          <p:cNvPr id="7" name="hook_stat"/>
          <p:cNvSpPr txBox="1"/>
          <p:nvPr/>
        </p:nvSpPr>
        <p:spPr>
          <a:xfrm>
            <a:off x="6309360" y="1188720"/>
            <a:ext cx="5239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۶۶٪</a:t>
            </a:r>
            <a:endParaRPr lang="fa-IR" sz="12000" dirty="0"/>
          </a:p>
        </p:txBody>
      </p:sp>
      <p:sp>
        <p:nvSpPr>
          <p:cNvPr id="8" name="hook_line"/>
          <p:cNvSpPr txBox="1"/>
          <p:nvPr/>
        </p:nvSpPr>
        <p:spPr>
          <a:xfrm>
            <a:off x="6309360" y="3017520"/>
            <a:ext cx="5239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fa-IR" alt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از آنچه امروز یاد می‌گیری، تا فردا از ذهنت پاک می‌شود.</a:t>
            </a:r>
            <a:endParaRPr lang="fa-IR" sz="2400" dirty="0"/>
          </a:p>
        </p:txBody>
      </p:sp>
      <p:sp>
        <p:nvSpPr>
          <p:cNvPr id="9" name="hook_title"/>
          <p:cNvSpPr txBox="1"/>
          <p:nvPr/>
        </p:nvSpPr>
        <p:spPr>
          <a:xfrm>
            <a:off x="6309360" y="4343400"/>
            <a:ext cx="5239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منحنی فراموشی</a:t>
            </a:r>
            <a:endParaRPr lang="fa-IR" sz="4000" dirty="0"/>
          </a:p>
        </p:txBody>
      </p:sp>
      <p:sp>
        <p:nvSpPr>
          <p:cNvPr id="10" name="hook_subtitle"/>
          <p:cNvSpPr txBox="1"/>
          <p:nvPr/>
        </p:nvSpPr>
        <p:spPr>
          <a:xfrm>
            <a:off x="6309360" y="507492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 چطور شکستش بدهیم</a:t>
            </a:r>
            <a:endParaRPr lang="fa-IR" sz="2000" dirty="0"/>
          </a:p>
        </p:txBody>
      </p:sp>
      <p:sp>
        <p:nvSpPr>
          <p:cNvPr id="11" name="hook_source"/>
          <p:cNvSpPr txBox="1"/>
          <p:nvPr/>
        </p:nvSpPr>
        <p:spPr>
          <a:xfrm>
            <a:off x="6309360" y="603504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00" dirty="0">
                <a:solidFill>
                  <a:srgbClr val="6F8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 پایه‌ی پژوهش هرمان ابینگهاوس، ۱۸۸۵</a:t>
            </a:r>
            <a:endParaRPr lang="fa-IR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1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0" presetClass="path" presetSubtype="0" fill="hold" grpId="1" accel="50000" decel="5000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 -0.015 0.04 -0.02 0.05 -0.03 E" pathEditMode="relative" ptsTypes="">
                                      <p:cBhvr>
                                        <p:cTn id="7" dur="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Graphic spid="3" grpId="0">
        <p:bldAsOne/>
      </p:bldGraphic>
      <p:bldP spid="9" grpId="0" animBg="1"/>
      <p:bldP spid="10" grpId="0" animBg="1"/>
      <p:bldP spid="4" grpId="0" animBg="1"/>
      <p:bldP spid="5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" descr="هاله‌ی نورانی تزئینی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-1188720" y="-1280160"/>
            <a:ext cx="3291840" cy="3291840"/>
          </a:xfrm>
          <a:prstGeom prst="rect">
            <a:avLst/>
          </a:prstGeom>
        </p:spPr>
      </p:pic>
      <p:sp>
        <p:nvSpPr>
          <p:cNvPr id="3" name="c_title"/>
          <p:cNvSpPr txBox="1"/>
          <p:nvPr/>
        </p:nvSpPr>
        <p:spPr>
          <a:xfrm>
            <a:off x="4206240" y="548640"/>
            <a:ext cx="7434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3800" b="1" dirty="0">
                <a:solidFill>
                  <a:srgbClr val="0E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ذهن چطور فراموش می‌کند؟</a:t>
            </a:r>
            <a:endParaRPr lang="fa-IR" sz="3800" dirty="0"/>
          </a:p>
        </p:txBody>
      </p:sp>
      <p:sp>
        <p:nvSpPr>
          <p:cNvPr id="4" name="c_sub"/>
          <p:cNvSpPr txBox="1"/>
          <p:nvPr/>
        </p:nvSpPr>
        <p:spPr>
          <a:xfrm>
            <a:off x="4206240" y="1261872"/>
            <a:ext cx="7434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درصد مطلبِ باقی‌مانده در حافظه طی ۳۱ روز — آزمایش کلاسیک ابینگهاوس</a:t>
            </a:r>
            <a:endParaRPr lang="fa-IR" sz="1500" dirty="0"/>
          </a:p>
        </p:txBody>
      </p:sp>
      <p:sp>
        <p:nvSpPr>
          <p:cNvPr id="5" name="c_chart_card"/>
          <p:cNvSpPr/>
          <p:nvPr/>
        </p:nvSpPr>
        <p:spPr>
          <a:xfrm>
            <a:off x="548640" y="1874520"/>
            <a:ext cx="7315200" cy="4434840"/>
          </a:xfrm>
          <a:prstGeom prst="roundRect">
            <a:avLst>
              <a:gd name="adj" fmla="val 3711"/>
            </a:avLst>
          </a:prstGeom>
          <a:solidFill>
            <a:srgbClr val="F3F5F9"/>
          </a:solidFill>
          <a:ln/>
        </p:spPr>
      </p:sp>
      <p:graphicFrame>
        <p:nvGraphicFramePr>
          <p:cNvPr id="6" name="c_chart" descr=""/>
          <p:cNvGraphicFramePr/>
          <p:nvPr/>
        </p:nvGraphicFramePr>
        <p:xfrm>
          <a:off x="731520" y="2057400"/>
          <a:ext cx="69494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_card1_bg"/>
          <p:cNvSpPr/>
          <p:nvPr/>
        </p:nvSpPr>
        <p:spPr>
          <a:xfrm>
            <a:off x="8183880" y="1874520"/>
            <a:ext cx="345643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0E1A2B">
                <a:alpha val="8000"/>
              </a:srgbClr>
            </a:outerShdw>
          </a:effectLst>
        </p:spPr>
      </p:sp>
      <p:sp>
        <p:nvSpPr>
          <p:cNvPr id="8" name="c_card1_dot"/>
          <p:cNvSpPr/>
          <p:nvPr/>
        </p:nvSpPr>
        <p:spPr>
          <a:xfrm>
            <a:off x="10908792" y="2103120"/>
            <a:ext cx="512064" cy="512064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pic>
        <p:nvPicPr>
          <p:cNvPr id="9" name="c_card1_icon" descr="آیکو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2221992"/>
            <a:ext cx="274320" cy="274320"/>
          </a:xfrm>
          <a:prstGeom prst="rect">
            <a:avLst/>
          </a:prstGeom>
        </p:spPr>
      </p:pic>
      <p:sp>
        <p:nvSpPr>
          <p:cNvPr id="10" name="c_card1_title"/>
          <p:cNvSpPr txBox="1"/>
          <p:nvPr/>
        </p:nvSpPr>
        <p:spPr>
          <a:xfrm>
            <a:off x="8366760" y="209397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rgbClr val="0E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سقوط در ساعت اول</a:t>
            </a:r>
            <a:endParaRPr lang="fa-IR" sz="1700" dirty="0"/>
          </a:p>
        </p:txBody>
      </p:sp>
      <p:sp>
        <p:nvSpPr>
          <p:cNvPr id="11" name="c_card1_body"/>
          <p:cNvSpPr txBox="1"/>
          <p:nvPr/>
        </p:nvSpPr>
        <p:spPr>
          <a:xfrm>
            <a:off x="8366760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بیش از نیمی از مطلب فقط در ۶۰ دقیقه از دست می‌رود.</a:t>
            </a:r>
            <a:endParaRPr lang="fa-IR" sz="1250" dirty="0"/>
          </a:p>
        </p:txBody>
      </p:sp>
      <p:sp>
        <p:nvSpPr>
          <p:cNvPr id="12" name="c_card2_bg"/>
          <p:cNvSpPr/>
          <p:nvPr/>
        </p:nvSpPr>
        <p:spPr>
          <a:xfrm>
            <a:off x="8183880" y="3429000"/>
            <a:ext cx="345643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0E1A2B">
                <a:alpha val="8000"/>
              </a:srgbClr>
            </a:outerShdw>
          </a:effectLst>
        </p:spPr>
      </p:sp>
      <p:sp>
        <p:nvSpPr>
          <p:cNvPr id="13" name="c_card2_dot"/>
          <p:cNvSpPr/>
          <p:nvPr/>
        </p:nvSpPr>
        <p:spPr>
          <a:xfrm>
            <a:off x="10908792" y="3657600"/>
            <a:ext cx="512064" cy="512064"/>
          </a:xfrm>
          <a:prstGeom prst="ellipse">
            <a:avLst/>
          </a:prstGeom>
          <a:solidFill>
            <a:srgbClr val="5B6B82">
              <a:alpha val="15000"/>
            </a:srgbClr>
          </a:solidFill>
          <a:ln/>
        </p:spPr>
      </p:sp>
      <p:pic>
        <p:nvPicPr>
          <p:cNvPr id="14" name="c_card2_icon" descr="آیکون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4" y="3776472"/>
            <a:ext cx="274320" cy="274320"/>
          </a:xfrm>
          <a:prstGeom prst="rect">
            <a:avLst/>
          </a:prstGeom>
        </p:spPr>
      </p:pic>
      <p:sp>
        <p:nvSpPr>
          <p:cNvPr id="15" name="c_card2_title"/>
          <p:cNvSpPr txBox="1"/>
          <p:nvPr/>
        </p:nvSpPr>
        <p:spPr>
          <a:xfrm>
            <a:off x="8366760" y="36484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rgbClr val="0E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کُند شدن فراموشی</a:t>
            </a:r>
            <a:endParaRPr lang="fa-IR" sz="1700" dirty="0"/>
          </a:p>
        </p:txBody>
      </p:sp>
      <p:sp>
        <p:nvSpPr>
          <p:cNvPr id="16" name="c_card2_body"/>
          <p:cNvSpPr txBox="1"/>
          <p:nvPr/>
        </p:nvSpPr>
        <p:spPr>
          <a:xfrm>
            <a:off x="8366760" y="4215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از روز اول، شیب منحنی به‌شدت ملایم می‌شود.</a:t>
            </a:r>
            <a:endParaRPr lang="fa-IR" sz="1250" dirty="0"/>
          </a:p>
        </p:txBody>
      </p:sp>
      <p:sp>
        <p:nvSpPr>
          <p:cNvPr id="17" name="c_card3_bg"/>
          <p:cNvSpPr/>
          <p:nvPr/>
        </p:nvSpPr>
        <p:spPr>
          <a:xfrm>
            <a:off x="8183880" y="4983480"/>
            <a:ext cx="345643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0E1A2B">
                <a:alpha val="8000"/>
              </a:srgbClr>
            </a:outerShdw>
          </a:effectLst>
        </p:spPr>
      </p:sp>
      <p:sp>
        <p:nvSpPr>
          <p:cNvPr id="18" name="c_card3_dot"/>
          <p:cNvSpPr/>
          <p:nvPr/>
        </p:nvSpPr>
        <p:spPr>
          <a:xfrm>
            <a:off x="10908792" y="5212080"/>
            <a:ext cx="512064" cy="512064"/>
          </a:xfrm>
          <a:prstGeom prst="ellipse">
            <a:avLst/>
          </a:prstGeom>
          <a:solidFill>
            <a:srgbClr val="16B5A6">
              <a:alpha val="15000"/>
            </a:srgbClr>
          </a:solidFill>
          <a:ln/>
        </p:spPr>
      </p:sp>
      <p:pic>
        <p:nvPicPr>
          <p:cNvPr id="19" name="c_card3_icon" descr="آیکون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664" y="5330952"/>
            <a:ext cx="274320" cy="274320"/>
          </a:xfrm>
          <a:prstGeom prst="rect">
            <a:avLst/>
          </a:prstGeom>
        </p:spPr>
      </p:pic>
      <p:sp>
        <p:nvSpPr>
          <p:cNvPr id="20" name="c_card3_title"/>
          <p:cNvSpPr txBox="1"/>
          <p:nvPr/>
        </p:nvSpPr>
        <p:spPr>
          <a:xfrm>
            <a:off x="8366760" y="52029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rgbClr val="0E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ردپای ماندگار</a:t>
            </a:r>
            <a:endParaRPr lang="fa-IR" sz="1700" dirty="0"/>
          </a:p>
        </p:txBody>
      </p:sp>
      <p:sp>
        <p:nvSpPr>
          <p:cNvPr id="21" name="c_card3_body"/>
          <p:cNvSpPr txBox="1"/>
          <p:nvPr/>
        </p:nvSpPr>
        <p:spPr>
          <a:xfrm>
            <a:off x="8366760" y="5769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fa-IR" alt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حدود یک‌پنجم مطلب حتی پس از یک ماه باقی می‌ماند.</a:t>
            </a:r>
            <a:endParaRPr lang="fa-IR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" descr="هاله‌ی نورانی تزئینی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8778240" y="3291840"/>
            <a:ext cx="4206240" cy="4206240"/>
          </a:xfrm>
          <a:prstGeom prst="rect">
            <a:avLst/>
          </a:prstGeom>
        </p:spPr>
      </p:pic>
      <p:sp>
        <p:nvSpPr>
          <p:cNvPr id="3" name="e_title"/>
          <p:cNvSpPr txBox="1"/>
          <p:nvPr/>
        </p:nvSpPr>
        <p:spPr>
          <a:xfrm>
            <a:off x="4206240" y="548640"/>
            <a:ext cx="7434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3600" b="1" dirty="0">
                <a:solidFill>
                  <a:srgbClr val="0E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۱۰۰ لغت جدید، ۳۰ روز بعد</a:t>
            </a:r>
            <a:endParaRPr lang="fa-IR" sz="3600" dirty="0"/>
          </a:p>
        </p:txBody>
      </p:sp>
      <p:sp>
        <p:nvSpPr>
          <p:cNvPr id="4" name="e_sub"/>
          <p:cNvSpPr txBox="1"/>
          <p:nvPr/>
        </p:nvSpPr>
        <p:spPr>
          <a:xfrm>
            <a:off x="4206240" y="1261872"/>
            <a:ext cx="7434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همان مطالعه، همان آدم — فقط یک تفاوت: زمان‌بندی مرور</a:t>
            </a:r>
            <a:endParaRPr lang="fa-IR" sz="1500" dirty="0"/>
          </a:p>
        </p:txBody>
      </p:sp>
      <p:sp>
        <p:nvSpPr>
          <p:cNvPr id="5" name="e_chart_card"/>
          <p:cNvSpPr/>
          <p:nvPr/>
        </p:nvSpPr>
        <p:spPr>
          <a:xfrm>
            <a:off x="548640" y="1874520"/>
            <a:ext cx="7680960" cy="4251960"/>
          </a:xfrm>
          <a:prstGeom prst="roundRect">
            <a:avLst>
              <a:gd name="adj" fmla="val 3871"/>
            </a:avLst>
          </a:prstGeom>
          <a:solidFill>
            <a:srgbClr val="F3F5F9"/>
          </a:solidFill>
          <a:ln/>
        </p:spPr>
      </p:sp>
      <p:sp>
        <p:nvSpPr>
          <p:cNvPr id="6" name="e_leg_teal"/>
          <p:cNvSpPr/>
          <p:nvPr/>
        </p:nvSpPr>
        <p:spPr>
          <a:xfrm>
            <a:off x="7818120" y="2139696"/>
            <a:ext cx="146304" cy="146304"/>
          </a:xfrm>
          <a:prstGeom prst="ellipse">
            <a:avLst/>
          </a:prstGeom>
          <a:solidFill>
            <a:srgbClr val="16B5A6"/>
          </a:solidFill>
          <a:ln/>
        </p:spPr>
      </p:sp>
      <p:sp>
        <p:nvSpPr>
          <p:cNvPr id="7" name="e_leg_teal_t"/>
          <p:cNvSpPr txBox="1"/>
          <p:nvPr/>
        </p:nvSpPr>
        <p:spPr>
          <a:xfrm>
            <a:off x="4480560" y="2057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0E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 مرور در روزهای ۱، ۳، ۷ و ۲۱</a:t>
            </a:r>
            <a:endParaRPr lang="fa-IR" sz="1200" dirty="0"/>
          </a:p>
        </p:txBody>
      </p:sp>
      <p:sp>
        <p:nvSpPr>
          <p:cNvPr id="8" name="e_leg_amber"/>
          <p:cNvSpPr/>
          <p:nvPr/>
        </p:nvSpPr>
        <p:spPr>
          <a:xfrm>
            <a:off x="4160520" y="213969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e_leg_amber_t"/>
          <p:cNvSpPr txBox="1"/>
          <p:nvPr/>
        </p:nvSpPr>
        <p:spPr>
          <a:xfrm>
            <a:off x="2560320" y="2057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0E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مرور</a:t>
            </a:r>
            <a:endParaRPr lang="fa-IR" sz="1200" dirty="0"/>
          </a:p>
        </p:txBody>
      </p:sp>
      <p:graphicFrame>
        <p:nvGraphicFramePr>
          <p:cNvPr id="10" name="e_chart" descr=""/>
          <p:cNvGraphicFramePr/>
          <p:nvPr/>
        </p:nvGraphicFramePr>
        <p:xfrm>
          <a:off x="685800" y="2423160"/>
          <a:ext cx="7406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e_axis_x"/>
          <p:cNvSpPr txBox="1"/>
          <p:nvPr/>
        </p:nvSpPr>
        <p:spPr>
          <a:xfrm>
            <a:off x="640080" y="5779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fa-IR" alt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</a:t>
            </a:r>
            <a:endParaRPr lang="fa-IR" sz="1000" dirty="0"/>
          </a:p>
        </p:txBody>
      </p:sp>
      <p:sp>
        <p:nvSpPr>
          <p:cNvPr id="12" name="e_axis_y"/>
          <p:cNvSpPr txBox="1"/>
          <p:nvPr/>
        </p:nvSpPr>
        <p:spPr>
          <a:xfrm>
            <a:off x="731520" y="20574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fa-IR" alt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٪ به‌یادمانده</a:t>
            </a:r>
            <a:endParaRPr lang="fa-IR" sz="1000" dirty="0"/>
          </a:p>
        </p:txBody>
      </p:sp>
      <p:sp>
        <p:nvSpPr>
          <p:cNvPr id="13" name="e_note"/>
          <p:cNvSpPr txBox="1"/>
          <p:nvPr/>
        </p:nvSpPr>
        <p:spPr>
          <a:xfrm>
            <a:off x="548640" y="6263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مدل نمایشی بر پایه‌ی منحنی ابینگهاوس؛ اعداد تقریبی‌اند.</a:t>
            </a:r>
            <a:endParaRPr lang="fa-IR" sz="1000" dirty="0"/>
          </a:p>
        </p:txBody>
      </p:sp>
      <p:sp>
        <p:nvSpPr>
          <p:cNvPr id="14" name="e_before_bg"/>
          <p:cNvSpPr/>
          <p:nvPr/>
        </p:nvSpPr>
        <p:spPr>
          <a:xfrm>
            <a:off x="8549640" y="1874520"/>
            <a:ext cx="309067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0E1A2B">
                <a:alpha val="8000"/>
              </a:srgbClr>
            </a:outerShdw>
          </a:effectLst>
        </p:spPr>
      </p:sp>
      <p:sp>
        <p:nvSpPr>
          <p:cNvPr id="15" name="e_before_dot"/>
          <p:cNvSpPr/>
          <p:nvPr/>
        </p:nvSpPr>
        <p:spPr>
          <a:xfrm>
            <a:off x="10927080" y="2103120"/>
            <a:ext cx="457200" cy="45720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pic>
        <p:nvPicPr>
          <p:cNvPr id="16" name="e_before_icon" descr="آیکو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2212848"/>
            <a:ext cx="237744" cy="237744"/>
          </a:xfrm>
          <a:prstGeom prst="rect">
            <a:avLst/>
          </a:prstGeom>
        </p:spPr>
      </p:pic>
      <p:sp>
        <p:nvSpPr>
          <p:cNvPr id="17" name="e_before_label"/>
          <p:cNvSpPr txBox="1"/>
          <p:nvPr/>
        </p:nvSpPr>
        <p:spPr>
          <a:xfrm>
            <a:off x="8732520" y="2121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C77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قبل: بدون مرور</a:t>
            </a:r>
            <a:endParaRPr lang="fa-IR" sz="1300" dirty="0"/>
          </a:p>
        </p:txBody>
      </p:sp>
      <p:sp>
        <p:nvSpPr>
          <p:cNvPr id="18" name="e_before_value"/>
          <p:cNvSpPr txBox="1"/>
          <p:nvPr/>
        </p:nvSpPr>
        <p:spPr>
          <a:xfrm>
            <a:off x="8732520" y="253288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5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۲۰</a:t>
            </a:r>
            <a:endParaRPr lang="fa-IR" sz="5400" dirty="0"/>
          </a:p>
        </p:txBody>
      </p:sp>
      <p:sp>
        <p:nvSpPr>
          <p:cNvPr id="19" name="e_before_caption"/>
          <p:cNvSpPr txBox="1"/>
          <p:nvPr/>
        </p:nvSpPr>
        <p:spPr>
          <a:xfrm>
            <a:off x="873252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لغت در ذهن، بعد از ۳۰ روز</a:t>
            </a:r>
            <a:endParaRPr lang="fa-IR" sz="1200" dirty="0"/>
          </a:p>
        </p:txBody>
      </p:sp>
      <p:sp>
        <p:nvSpPr>
          <p:cNvPr id="20" name="e_after_bg"/>
          <p:cNvSpPr/>
          <p:nvPr/>
        </p:nvSpPr>
        <p:spPr>
          <a:xfrm>
            <a:off x="8549640" y="4069080"/>
            <a:ext cx="309067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52400" dist="38100" dir="5400000">
              <a:srgbClr val="0E1A2B">
                <a:alpha val="8000"/>
              </a:srgbClr>
            </a:outerShdw>
          </a:effectLst>
        </p:spPr>
      </p:sp>
      <p:sp>
        <p:nvSpPr>
          <p:cNvPr id="21" name="e_after_dot"/>
          <p:cNvSpPr/>
          <p:nvPr/>
        </p:nvSpPr>
        <p:spPr>
          <a:xfrm>
            <a:off x="10927080" y="4297680"/>
            <a:ext cx="457200" cy="457200"/>
          </a:xfrm>
          <a:prstGeom prst="ellipse">
            <a:avLst/>
          </a:prstGeom>
          <a:solidFill>
            <a:srgbClr val="16B5A6">
              <a:alpha val="15000"/>
            </a:srgbClr>
          </a:solidFill>
          <a:ln/>
        </p:spPr>
      </p:sp>
      <p:pic>
        <p:nvPicPr>
          <p:cNvPr id="22" name="e_after_icon" descr="آیکون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08" y="4407408"/>
            <a:ext cx="237744" cy="237744"/>
          </a:xfrm>
          <a:prstGeom prst="rect">
            <a:avLst/>
          </a:prstGeom>
        </p:spPr>
      </p:pic>
      <p:sp>
        <p:nvSpPr>
          <p:cNvPr id="23" name="e_after_label"/>
          <p:cNvSpPr txBox="1"/>
          <p:nvPr/>
        </p:nvSpPr>
        <p:spPr>
          <a:xfrm>
            <a:off x="8732520" y="4315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0E8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بعد: ۴ مرورِ کوتاه</a:t>
            </a:r>
            <a:endParaRPr lang="fa-IR" sz="1300" dirty="0"/>
          </a:p>
        </p:txBody>
      </p:sp>
      <p:sp>
        <p:nvSpPr>
          <p:cNvPr id="24" name="e_after_value"/>
          <p:cNvSpPr txBox="1"/>
          <p:nvPr/>
        </p:nvSpPr>
        <p:spPr>
          <a:xfrm>
            <a:off x="8732520" y="472744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5400" b="1" dirty="0">
                <a:solidFill>
                  <a:srgbClr val="16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۸۹</a:t>
            </a:r>
            <a:endParaRPr lang="fa-IR" sz="5400" dirty="0"/>
          </a:p>
        </p:txBody>
      </p:sp>
      <p:sp>
        <p:nvSpPr>
          <p:cNvPr id="25" name="e_after_caption"/>
          <p:cNvSpPr txBox="1"/>
          <p:nvPr/>
        </p:nvSpPr>
        <p:spPr>
          <a:xfrm>
            <a:off x="8732520" y="5623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لغت در ذهن، بعد از ۳۰ روز</a:t>
            </a:r>
            <a:endParaRPr lang="fa-IR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9" grpId="0" animBg="1"/>
      <p:bldP spid="6" grpId="0" animBg="1"/>
      <p:bldP spid="7" grpId="0" animBg="1"/>
      <p:bldP spid="11" grpId="0" animBg="1"/>
      <p:bldP spid="12" grpId="0" animBg="1"/>
      <p:bldGraphic spid="10" grpId="0">
        <p:bldAsOne/>
      </p:bldGraphic>
      <p:bldP spid="13" grpId="0" animBg="1"/>
      <p:bldP spid="14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3" grpId="0" animBg="1"/>
      <p:bldP spid="25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" descr="هاله‌ی نورانی تزئینی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566160" y="-274320"/>
            <a:ext cx="5029200" cy="5029200"/>
          </a:xfrm>
          <a:prstGeom prst="rect">
            <a:avLst/>
          </a:prstGeom>
        </p:spPr>
      </p:pic>
      <p:sp>
        <p:nvSpPr>
          <p:cNvPr id="3" name="k_kicker"/>
          <p:cNvSpPr txBox="1"/>
          <p:nvPr/>
        </p:nvSpPr>
        <p:spPr>
          <a:xfrm>
            <a:off x="914400" y="6400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6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نکته‌ی کلیدی</a:t>
            </a:r>
            <a:endParaRPr lang="fa-IR" sz="1400" dirty="0"/>
          </a:p>
        </p:txBody>
      </p:sp>
      <p:sp>
        <p:nvSpPr>
          <p:cNvPr id="4" name="k_title"/>
          <p:cNvSpPr txBox="1"/>
          <p:nvPr/>
        </p:nvSpPr>
        <p:spPr>
          <a:xfrm>
            <a:off x="914400" y="987552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قانون ۱ – ۳ – ۷ – ۲۱</a:t>
            </a:r>
            <a:endParaRPr lang="fa-IR" sz="4600" dirty="0"/>
          </a:p>
        </p:txBody>
      </p:sp>
      <p:sp>
        <p:nvSpPr>
          <p:cNvPr id="5" name="k_link1"/>
          <p:cNvSpPr/>
          <p:nvPr/>
        </p:nvSpPr>
        <p:spPr>
          <a:xfrm>
            <a:off x="7851496" y="2788920"/>
            <a:ext cx="694944" cy="0"/>
          </a:xfrm>
          <a:prstGeom prst="line">
            <a:avLst/>
          </a:prstGeom>
          <a:noFill/>
          <a:ln w="25400">
            <a:solidFill>
              <a:srgbClr val="2E4A6B"/>
            </a:solidFill>
            <a:prstDash val="dash"/>
          </a:ln>
        </p:spPr>
      </p:sp>
      <p:sp>
        <p:nvSpPr>
          <p:cNvPr id="6" name="k_day1"/>
          <p:cNvSpPr/>
          <p:nvPr/>
        </p:nvSpPr>
        <p:spPr>
          <a:xfrm>
            <a:off x="8656168" y="2194560"/>
            <a:ext cx="1188720" cy="1188720"/>
          </a:xfrm>
          <a:prstGeom prst="ellipse">
            <a:avLst/>
          </a:prstGeom>
          <a:solidFill>
            <a:srgbClr val="16263D"/>
          </a:solidFill>
          <a:ln w="25400">
            <a:solidFill>
              <a:srgbClr val="16B5A6"/>
            </a:solidFill>
            <a:prstDash val="solid"/>
          </a:ln>
        </p:spPr>
      </p:sp>
      <p:sp>
        <p:nvSpPr>
          <p:cNvPr id="7" name="k_day1_n"/>
          <p:cNvSpPr txBox="1"/>
          <p:nvPr/>
        </p:nvSpPr>
        <p:spPr>
          <a:xfrm>
            <a:off x="8656168" y="235915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</a:t>
            </a:r>
            <a:endParaRPr lang="fa-IR" sz="3200" dirty="0"/>
          </a:p>
        </p:txBody>
      </p:sp>
      <p:sp>
        <p:nvSpPr>
          <p:cNvPr id="8" name="k_day1_u"/>
          <p:cNvSpPr txBox="1"/>
          <p:nvPr/>
        </p:nvSpPr>
        <p:spPr>
          <a:xfrm>
            <a:off x="8656168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</a:t>
            </a:r>
            <a:endParaRPr lang="fa-IR" sz="1100" dirty="0"/>
          </a:p>
        </p:txBody>
      </p:sp>
      <p:sp>
        <p:nvSpPr>
          <p:cNvPr id="9" name="k_day1_l"/>
          <p:cNvSpPr txBox="1"/>
          <p:nvPr/>
        </p:nvSpPr>
        <p:spPr>
          <a:xfrm>
            <a:off x="829040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فردا</a:t>
            </a:r>
            <a:endParaRPr lang="fa-IR" sz="1300" dirty="0"/>
          </a:p>
        </p:txBody>
      </p:sp>
      <p:sp>
        <p:nvSpPr>
          <p:cNvPr id="10" name="k_link2"/>
          <p:cNvSpPr/>
          <p:nvPr/>
        </p:nvSpPr>
        <p:spPr>
          <a:xfrm>
            <a:off x="5748376" y="2788920"/>
            <a:ext cx="694944" cy="0"/>
          </a:xfrm>
          <a:prstGeom prst="line">
            <a:avLst/>
          </a:prstGeom>
          <a:noFill/>
          <a:ln w="25400">
            <a:solidFill>
              <a:srgbClr val="2E4A6B"/>
            </a:solidFill>
            <a:prstDash val="dash"/>
          </a:ln>
        </p:spPr>
      </p:sp>
      <p:sp>
        <p:nvSpPr>
          <p:cNvPr id="11" name="k_day2"/>
          <p:cNvSpPr/>
          <p:nvPr/>
        </p:nvSpPr>
        <p:spPr>
          <a:xfrm>
            <a:off x="6553048" y="2194560"/>
            <a:ext cx="1188720" cy="1188720"/>
          </a:xfrm>
          <a:prstGeom prst="ellipse">
            <a:avLst/>
          </a:prstGeom>
          <a:solidFill>
            <a:srgbClr val="16263D"/>
          </a:solidFill>
          <a:ln w="34925">
            <a:solidFill>
              <a:srgbClr val="16B5A6"/>
            </a:solidFill>
            <a:prstDash val="solid"/>
          </a:ln>
        </p:spPr>
      </p:sp>
      <p:sp>
        <p:nvSpPr>
          <p:cNvPr id="12" name="k_day2_n"/>
          <p:cNvSpPr txBox="1"/>
          <p:nvPr/>
        </p:nvSpPr>
        <p:spPr>
          <a:xfrm>
            <a:off x="6553048" y="235915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۳</a:t>
            </a:r>
            <a:endParaRPr lang="fa-IR" sz="3200" dirty="0"/>
          </a:p>
        </p:txBody>
      </p:sp>
      <p:sp>
        <p:nvSpPr>
          <p:cNvPr id="13" name="k_day2_u"/>
          <p:cNvSpPr txBox="1"/>
          <p:nvPr/>
        </p:nvSpPr>
        <p:spPr>
          <a:xfrm>
            <a:off x="6553048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</a:t>
            </a:r>
            <a:endParaRPr lang="fa-IR" sz="1100" dirty="0"/>
          </a:p>
        </p:txBody>
      </p:sp>
      <p:sp>
        <p:nvSpPr>
          <p:cNvPr id="14" name="k_day2_l"/>
          <p:cNvSpPr txBox="1"/>
          <p:nvPr/>
        </p:nvSpPr>
        <p:spPr>
          <a:xfrm>
            <a:off x="618728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 روز بعد</a:t>
            </a:r>
            <a:endParaRPr lang="fa-IR" sz="1300" dirty="0"/>
          </a:p>
        </p:txBody>
      </p:sp>
      <p:sp>
        <p:nvSpPr>
          <p:cNvPr id="15" name="k_link3"/>
          <p:cNvSpPr/>
          <p:nvPr/>
        </p:nvSpPr>
        <p:spPr>
          <a:xfrm>
            <a:off x="3645256" y="2788920"/>
            <a:ext cx="694944" cy="0"/>
          </a:xfrm>
          <a:prstGeom prst="line">
            <a:avLst/>
          </a:prstGeom>
          <a:noFill/>
          <a:ln w="25400">
            <a:solidFill>
              <a:srgbClr val="2E4A6B"/>
            </a:solidFill>
            <a:prstDash val="dash"/>
          </a:ln>
        </p:spPr>
      </p:sp>
      <p:sp>
        <p:nvSpPr>
          <p:cNvPr id="16" name="k_day3"/>
          <p:cNvSpPr/>
          <p:nvPr/>
        </p:nvSpPr>
        <p:spPr>
          <a:xfrm>
            <a:off x="4449928" y="2194560"/>
            <a:ext cx="1188720" cy="1188720"/>
          </a:xfrm>
          <a:prstGeom prst="ellipse">
            <a:avLst/>
          </a:prstGeom>
          <a:solidFill>
            <a:srgbClr val="16263D"/>
          </a:solidFill>
          <a:ln w="44450">
            <a:solidFill>
              <a:srgbClr val="16B5A6"/>
            </a:solidFill>
            <a:prstDash val="solid"/>
          </a:ln>
        </p:spPr>
      </p:sp>
      <p:sp>
        <p:nvSpPr>
          <p:cNvPr id="17" name="k_day3_n"/>
          <p:cNvSpPr txBox="1"/>
          <p:nvPr/>
        </p:nvSpPr>
        <p:spPr>
          <a:xfrm>
            <a:off x="4449928" y="235915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۷</a:t>
            </a:r>
            <a:endParaRPr lang="fa-IR" sz="3200" dirty="0"/>
          </a:p>
        </p:txBody>
      </p:sp>
      <p:sp>
        <p:nvSpPr>
          <p:cNvPr id="18" name="k_day3_u"/>
          <p:cNvSpPr txBox="1"/>
          <p:nvPr/>
        </p:nvSpPr>
        <p:spPr>
          <a:xfrm>
            <a:off x="4449928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</a:t>
            </a:r>
            <a:endParaRPr lang="fa-IR" sz="1100" dirty="0"/>
          </a:p>
        </p:txBody>
      </p:sp>
      <p:sp>
        <p:nvSpPr>
          <p:cNvPr id="19" name="k_day3_l"/>
          <p:cNvSpPr txBox="1"/>
          <p:nvPr/>
        </p:nvSpPr>
        <p:spPr>
          <a:xfrm>
            <a:off x="408416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یک هفته بعد</a:t>
            </a:r>
            <a:endParaRPr lang="fa-IR" sz="1300" dirty="0"/>
          </a:p>
        </p:txBody>
      </p:sp>
      <p:sp>
        <p:nvSpPr>
          <p:cNvPr id="20" name="k_day4"/>
          <p:cNvSpPr/>
          <p:nvPr/>
        </p:nvSpPr>
        <p:spPr>
          <a:xfrm>
            <a:off x="2346808" y="2194560"/>
            <a:ext cx="1188720" cy="1188720"/>
          </a:xfrm>
          <a:prstGeom prst="ellipse">
            <a:avLst/>
          </a:prstGeom>
          <a:solidFill>
            <a:srgbClr val="16263D"/>
          </a:solidFill>
          <a:ln w="53975">
            <a:solidFill>
              <a:srgbClr val="16B5A6"/>
            </a:solidFill>
            <a:prstDash val="solid"/>
          </a:ln>
        </p:spPr>
      </p:sp>
      <p:sp>
        <p:nvSpPr>
          <p:cNvPr id="21" name="k_day4_n"/>
          <p:cNvSpPr txBox="1"/>
          <p:nvPr/>
        </p:nvSpPr>
        <p:spPr>
          <a:xfrm>
            <a:off x="2346808" y="235915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۲۱</a:t>
            </a:r>
            <a:endParaRPr lang="fa-IR" sz="3200" dirty="0"/>
          </a:p>
        </p:txBody>
      </p:sp>
      <p:sp>
        <p:nvSpPr>
          <p:cNvPr id="22" name="k_day4_u"/>
          <p:cNvSpPr txBox="1"/>
          <p:nvPr/>
        </p:nvSpPr>
        <p:spPr>
          <a:xfrm>
            <a:off x="2346808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روز</a:t>
            </a:r>
            <a:endParaRPr lang="fa-IR" sz="1100" dirty="0"/>
          </a:p>
        </p:txBody>
      </p:sp>
      <p:sp>
        <p:nvSpPr>
          <p:cNvPr id="23" name="k_day4_l"/>
          <p:cNvSpPr txBox="1"/>
          <p:nvPr/>
        </p:nvSpPr>
        <p:spPr>
          <a:xfrm>
            <a:off x="198104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 هفته بعد</a:t>
            </a:r>
            <a:endParaRPr lang="fa-IR" sz="1300" dirty="0"/>
          </a:p>
        </p:txBody>
      </p:sp>
      <p:sp>
        <p:nvSpPr>
          <p:cNvPr id="24" name="k_quote"/>
          <p:cNvSpPr txBox="1"/>
          <p:nvPr/>
        </p:nvSpPr>
        <p:spPr>
          <a:xfrm>
            <a:off x="914400" y="39776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یادگیری یک رویداد نیست؛ یک برنامه است.</a:t>
            </a:r>
            <a:endParaRPr lang="fa-IR" sz="3000" dirty="0"/>
          </a:p>
        </p:txBody>
      </p:sp>
      <p:sp>
        <p:nvSpPr>
          <p:cNvPr id="25" name="k_tip1_bg"/>
          <p:cNvSpPr/>
          <p:nvPr/>
        </p:nvSpPr>
        <p:spPr>
          <a:xfrm>
            <a:off x="8107528" y="4983480"/>
            <a:ext cx="3383280" cy="1143000"/>
          </a:xfrm>
          <a:prstGeom prst="roundRect">
            <a:avLst>
              <a:gd name="adj" fmla="val 11200"/>
            </a:avLst>
          </a:prstGeom>
          <a:solidFill>
            <a:srgbClr val="16263D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26" name="k_tip1_dot"/>
          <p:cNvSpPr/>
          <p:nvPr/>
        </p:nvSpPr>
        <p:spPr>
          <a:xfrm>
            <a:off x="10759288" y="5285232"/>
            <a:ext cx="512064" cy="512064"/>
          </a:xfrm>
          <a:prstGeom prst="ellipse">
            <a:avLst/>
          </a:prstGeom>
          <a:solidFill>
            <a:srgbClr val="16B5A6">
              <a:alpha val="20000"/>
            </a:srgbClr>
          </a:solidFill>
          <a:ln/>
        </p:spPr>
      </p:sp>
      <p:pic>
        <p:nvPicPr>
          <p:cNvPr id="27" name="k_tip1_icon" descr="آیکو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160" y="5404104"/>
            <a:ext cx="274320" cy="274320"/>
          </a:xfrm>
          <a:prstGeom prst="rect">
            <a:avLst/>
          </a:prstGeom>
        </p:spPr>
      </p:pic>
      <p:sp>
        <p:nvSpPr>
          <p:cNvPr id="28" name="k_tip1_title"/>
          <p:cNvSpPr txBox="1"/>
          <p:nvPr/>
        </p:nvSpPr>
        <p:spPr>
          <a:xfrm>
            <a:off x="8290408" y="5166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کوتاه و زود</a:t>
            </a:r>
            <a:endParaRPr lang="fa-IR" sz="1600" dirty="0"/>
          </a:p>
        </p:txBody>
      </p:sp>
      <p:sp>
        <p:nvSpPr>
          <p:cNvPr id="29" name="k_tip1_body"/>
          <p:cNvSpPr txBox="1"/>
          <p:nvPr/>
        </p:nvSpPr>
        <p:spPr>
          <a:xfrm>
            <a:off x="8290408" y="55686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اولین مرور را در ۲۴ ساعت اول انجام بده.</a:t>
            </a:r>
            <a:endParaRPr lang="fa-IR" sz="1200" dirty="0"/>
          </a:p>
        </p:txBody>
      </p:sp>
      <p:sp>
        <p:nvSpPr>
          <p:cNvPr id="30" name="k_tip2_bg"/>
          <p:cNvSpPr/>
          <p:nvPr/>
        </p:nvSpPr>
        <p:spPr>
          <a:xfrm>
            <a:off x="4404208" y="4983480"/>
            <a:ext cx="3383280" cy="1143000"/>
          </a:xfrm>
          <a:prstGeom prst="roundRect">
            <a:avLst>
              <a:gd name="adj" fmla="val 11200"/>
            </a:avLst>
          </a:prstGeom>
          <a:solidFill>
            <a:srgbClr val="16263D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31" name="k_tip2_dot"/>
          <p:cNvSpPr/>
          <p:nvPr/>
        </p:nvSpPr>
        <p:spPr>
          <a:xfrm>
            <a:off x="7055968" y="5285232"/>
            <a:ext cx="512064" cy="512064"/>
          </a:xfrm>
          <a:prstGeom prst="ellipse">
            <a:avLst/>
          </a:prstGeom>
          <a:solidFill>
            <a:srgbClr val="16B5A6">
              <a:alpha val="20000"/>
            </a:srgbClr>
          </a:solidFill>
          <a:ln/>
        </p:spPr>
      </p:sp>
      <p:pic>
        <p:nvPicPr>
          <p:cNvPr id="32" name="k_tip2_icon" descr="آیکون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840" y="5404104"/>
            <a:ext cx="274320" cy="274320"/>
          </a:xfrm>
          <a:prstGeom prst="rect">
            <a:avLst/>
          </a:prstGeom>
        </p:spPr>
      </p:pic>
      <p:sp>
        <p:nvSpPr>
          <p:cNvPr id="33" name="k_tip2_title"/>
          <p:cNvSpPr txBox="1"/>
          <p:nvPr/>
        </p:nvSpPr>
        <p:spPr>
          <a:xfrm>
            <a:off x="4587088" y="5166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فاصله‌ها را بلندتر کن</a:t>
            </a:r>
            <a:endParaRPr lang="fa-IR" sz="1600" dirty="0"/>
          </a:p>
        </p:txBody>
      </p:sp>
      <p:sp>
        <p:nvSpPr>
          <p:cNvPr id="34" name="k_tip2_body"/>
          <p:cNvSpPr txBox="1"/>
          <p:nvPr/>
        </p:nvSpPr>
        <p:spPr>
          <a:xfrm>
            <a:off x="4587088" y="55686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مرور، فاصله‌ی بعدی را بیشتر می‌کند.</a:t>
            </a:r>
            <a:endParaRPr lang="fa-IR" sz="1200" dirty="0"/>
          </a:p>
        </p:txBody>
      </p:sp>
      <p:sp>
        <p:nvSpPr>
          <p:cNvPr id="35" name="k_tip3_bg"/>
          <p:cNvSpPr/>
          <p:nvPr/>
        </p:nvSpPr>
        <p:spPr>
          <a:xfrm>
            <a:off x="700888" y="4983480"/>
            <a:ext cx="3383280" cy="1143000"/>
          </a:xfrm>
          <a:prstGeom prst="roundRect">
            <a:avLst>
              <a:gd name="adj" fmla="val 11200"/>
            </a:avLst>
          </a:prstGeom>
          <a:solidFill>
            <a:srgbClr val="16263D"/>
          </a:solidFill>
          <a:ln w="12700">
            <a:solidFill>
              <a:srgbClr val="22364F"/>
            </a:solidFill>
            <a:prstDash val="solid"/>
          </a:ln>
        </p:spPr>
      </p:sp>
      <p:sp>
        <p:nvSpPr>
          <p:cNvPr id="36" name="k_tip3_dot"/>
          <p:cNvSpPr/>
          <p:nvPr/>
        </p:nvSpPr>
        <p:spPr>
          <a:xfrm>
            <a:off x="3352648" y="5285232"/>
            <a:ext cx="512064" cy="512064"/>
          </a:xfrm>
          <a:prstGeom prst="ellipse">
            <a:avLst/>
          </a:prstGeom>
          <a:solidFill>
            <a:srgbClr val="16B5A6">
              <a:alpha val="20000"/>
            </a:srgbClr>
          </a:solidFill>
          <a:ln/>
        </p:spPr>
      </p:sp>
      <p:pic>
        <p:nvPicPr>
          <p:cNvPr id="37" name="k_tip3_icon" descr="آیکون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520" y="5404104"/>
            <a:ext cx="274320" cy="274320"/>
          </a:xfrm>
          <a:prstGeom prst="rect">
            <a:avLst/>
          </a:prstGeom>
        </p:spPr>
      </p:pic>
      <p:sp>
        <p:nvSpPr>
          <p:cNvPr id="38" name="k_tip3_title"/>
          <p:cNvSpPr txBox="1"/>
          <p:nvPr/>
        </p:nvSpPr>
        <p:spPr>
          <a:xfrm>
            <a:off x="883768" y="5166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یادآوری فعال</a:t>
            </a:r>
            <a:endParaRPr lang="fa-IR" sz="1600" dirty="0"/>
          </a:p>
        </p:txBody>
      </p:sp>
      <p:sp>
        <p:nvSpPr>
          <p:cNvPr id="39" name="k_tip3_body"/>
          <p:cNvSpPr txBox="1"/>
          <p:nvPr/>
        </p:nvSpPr>
        <p:spPr>
          <a:xfrm>
            <a:off x="883768" y="55686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به‌جای بازخوانی، از حافظه بنویس.</a:t>
            </a:r>
            <a:endParaRPr lang="fa-IR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0" presetClass="path" presetSubtype="0" fill="hold" grpId="1" accel="50000" decel="5000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1 0 0.02 0 0.025 E" pathEditMode="relative" ptsTypes="">
                                      <p:cBhvr>
                                        <p:cTn id="7" dur="8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0" grpId="0" animBg="1"/>
      <p:bldP spid="16" grpId="0" animBg="1"/>
      <p:bldP spid="17" grpId="0" animBg="1"/>
      <p:bldP spid="18" grpId="0" animBg="1"/>
      <p:bldP spid="19" grpId="0" animBg="1"/>
      <p:bldP spid="15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منحنی فراموشی و مرور فاصله‌دار</dc:title>
  <dc:subject>PptxGenJS Presentation</dc:subject>
  <dc:creator>PptxGenJS</dc:creator>
  <cp:lastModifiedBy>PptxGenJS</cp:lastModifiedBy>
  <cp:revision>1</cp:revision>
  <dcterms:created xsi:type="dcterms:W3CDTF">2026-09-30T08:18:03Z</dcterms:created>
  <dcterms:modified xsi:type="dcterms:W3CDTF">2026-09-30T08:18:03Z</dcterms:modified>
</cp:coreProperties>
</file>